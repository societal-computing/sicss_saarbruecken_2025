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ppm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431" r:id="rId3"/>
    <p:sldId id="349" r:id="rId4"/>
    <p:sldId id="351" r:id="rId5"/>
    <p:sldId id="421" r:id="rId6"/>
    <p:sldId id="433" r:id="rId7"/>
    <p:sldId id="434" r:id="rId8"/>
    <p:sldId id="439" r:id="rId9"/>
    <p:sldId id="436" r:id="rId10"/>
    <p:sldId id="437" r:id="rId11"/>
    <p:sldId id="442" r:id="rId12"/>
    <p:sldId id="443" r:id="rId13"/>
    <p:sldId id="440" r:id="rId14"/>
    <p:sldId id="444" r:id="rId15"/>
    <p:sldId id="438" r:id="rId16"/>
    <p:sldId id="446" r:id="rId17"/>
    <p:sldId id="278" r:id="rId18"/>
    <p:sldId id="398" r:id="rId19"/>
    <p:sldId id="404" r:id="rId20"/>
    <p:sldId id="445" r:id="rId21"/>
    <p:sldId id="347" r:id="rId22"/>
  </p:sldIdLst>
  <p:sldSz cx="12192000" cy="6858000"/>
  <p:notesSz cx="6858000" cy="9144000"/>
  <p:embeddedFontLst>
    <p:embeddedFont>
      <p:font typeface="Aleo" panose="020B0604020202020204" charset="0"/>
      <p:regular r:id="rId24"/>
      <p:bold r:id="rId25"/>
      <p:italic r:id="rId26"/>
      <p:boldItalic r:id="rId27"/>
    </p:embeddedFont>
    <p:embeddedFont>
      <p:font typeface="Calibri" panose="020F0502020204030204" pitchFamily="34" charset="0"/>
      <p:regular r:id="rId28"/>
      <p:bold r:id="rId29"/>
      <p:italic r:id="rId30"/>
      <p:boldItalic r:id="rId31"/>
    </p:embeddedFont>
    <p:embeddedFont>
      <p:font typeface="Merriweather Sans" pitchFamily="2" charset="0"/>
      <p:regular r:id="rId32"/>
      <p:bold r:id="rId33"/>
      <p:italic r:id="rId34"/>
      <p:boldItalic r:id="rId35"/>
    </p:embeddedFont>
    <p:embeddedFont>
      <p:font typeface="Poppins" panose="00000500000000000000" pitchFamily="2" charset="0"/>
      <p:regular r:id="rId36"/>
    </p:embeddedFont>
    <p:embeddedFont>
      <p:font typeface="Segoe UI" panose="020B0502040204020203" pitchFamily="34" charset="0"/>
      <p:regular r:id="rId37"/>
      <p:bold r:id="rId38"/>
      <p:italic r:id="rId39"/>
      <p:boldItalic r:id="rId40"/>
    </p:embeddedFont>
    <p:embeddedFont>
      <p:font typeface="Source Sans Pro" panose="020B0503030403020204" pitchFamily="34" charset="0"/>
      <p:regular r:id="rId41"/>
      <p:bold r:id="rId42"/>
      <p:italic r:id="rId43"/>
      <p:boldItalic r:id="rId44"/>
    </p:embeddedFont>
    <p:embeddedFont>
      <p:font typeface="Verdana" panose="020B0604030504040204" pitchFamily="34" charset="0"/>
      <p:regular r:id="rId45"/>
      <p:bold r:id="rId46"/>
      <p:italic r:id="rId47"/>
      <p:boldItalic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35" roundtripDataSignature="AMtx7mjXWOnfpx2js5SAAb8SyPm99B6q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67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25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42" Type="http://schemas.openxmlformats.org/officeDocument/2006/relationships/font" Target="fonts/font19.fntdata"/><Relationship Id="rId47" Type="http://schemas.openxmlformats.org/officeDocument/2006/relationships/font" Target="fonts/font24.fntdata"/><Relationship Id="rId13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6.fntdata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font" Target="fonts/font17.fntdata"/><Relationship Id="rId45" Type="http://schemas.openxmlformats.org/officeDocument/2006/relationships/font" Target="fonts/font22.fntdata"/><Relationship Id="rId13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4" Type="http://schemas.openxmlformats.org/officeDocument/2006/relationships/font" Target="fonts/font21.fntdata"/><Relationship Id="rId135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3" Type="http://schemas.openxmlformats.org/officeDocument/2006/relationships/font" Target="fonts/font20.fntdata"/><Relationship Id="rId48" Type="http://schemas.openxmlformats.org/officeDocument/2006/relationships/font" Target="fonts/font25.fntdata"/><Relationship Id="rId139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Relationship Id="rId46" Type="http://schemas.openxmlformats.org/officeDocument/2006/relationships/font" Target="fonts/font23.fntdata"/><Relationship Id="rId13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18.fntdata"/><Relationship Id="rId14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useppe Carteny" userId="6f3ddda2-1c62-49af-8fb6-e5022e6e3d27" providerId="ADAL" clId="{92497209-617C-449F-B9AE-33673A1D7D5D}"/>
    <pc:docChg chg="undo redo custSel addSld delSld modSld sldOrd">
      <pc:chgData name="Giuseppe Carteny" userId="6f3ddda2-1c62-49af-8fb6-e5022e6e3d27" providerId="ADAL" clId="{92497209-617C-449F-B9AE-33673A1D7D5D}" dt="2025-09-15T12:32:07.407" v="941" actId="108"/>
      <pc:docMkLst>
        <pc:docMk/>
      </pc:docMkLst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257"/>
        </pc:sldMkLst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258"/>
        </pc:sldMkLst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259"/>
        </pc:sldMkLst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260"/>
        </pc:sldMkLst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261"/>
        </pc:sldMkLst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262"/>
        </pc:sldMkLst>
      </pc:sldChg>
      <pc:sldChg chg="modSp add del mod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263"/>
        </pc:sldMkLst>
        <pc:spChg chg="mod">
          <ac:chgData name="Giuseppe Carteny" userId="6f3ddda2-1c62-49af-8fb6-e5022e6e3d27" providerId="ADAL" clId="{92497209-617C-449F-B9AE-33673A1D7D5D}" dt="2025-09-14T20:02:36.038" v="26" actId="27636"/>
          <ac:spMkLst>
            <pc:docMk/>
            <pc:sldMk cId="0" sldId="263"/>
            <ac:spMk id="92" creationId="{00000000-0000-0000-0000-000000000000}"/>
          </ac:spMkLst>
        </pc:spChg>
      </pc:sldChg>
      <pc:sldChg chg="modSp add del mod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264"/>
        </pc:sldMkLst>
        <pc:spChg chg="mod">
          <ac:chgData name="Giuseppe Carteny" userId="6f3ddda2-1c62-49af-8fb6-e5022e6e3d27" providerId="ADAL" clId="{92497209-617C-449F-B9AE-33673A1D7D5D}" dt="2025-09-14T20:02:36.067" v="27" actId="27636"/>
          <ac:spMkLst>
            <pc:docMk/>
            <pc:sldMk cId="0" sldId="264"/>
            <ac:spMk id="98" creationId="{00000000-0000-0000-0000-000000000000}"/>
          </ac:spMkLst>
        </pc:spChg>
      </pc:sldChg>
      <pc:sldChg chg="modSp add del mod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265"/>
        </pc:sldMkLst>
        <pc:spChg chg="mod">
          <ac:chgData name="Giuseppe Carteny" userId="6f3ddda2-1c62-49af-8fb6-e5022e6e3d27" providerId="ADAL" clId="{92497209-617C-449F-B9AE-33673A1D7D5D}" dt="2025-09-14T20:02:36.085" v="28" actId="27636"/>
          <ac:spMkLst>
            <pc:docMk/>
            <pc:sldMk cId="0" sldId="265"/>
            <ac:spMk id="105" creationId="{00000000-0000-0000-0000-000000000000}"/>
          </ac:spMkLst>
        </pc:spChg>
      </pc:sldChg>
      <pc:sldChg chg="modSp add del mod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266"/>
        </pc:sldMkLst>
        <pc:spChg chg="mod">
          <ac:chgData name="Giuseppe Carteny" userId="6f3ddda2-1c62-49af-8fb6-e5022e6e3d27" providerId="ADAL" clId="{92497209-617C-449F-B9AE-33673A1D7D5D}" dt="2025-09-14T20:02:36.085" v="29" actId="27636"/>
          <ac:spMkLst>
            <pc:docMk/>
            <pc:sldMk cId="0" sldId="266"/>
            <ac:spMk id="111" creationId="{00000000-0000-0000-0000-000000000000}"/>
          </ac:spMkLst>
        </pc:spChg>
      </pc:sldChg>
      <pc:sldChg chg="modSp add del mod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267"/>
        </pc:sldMkLst>
        <pc:spChg chg="mod">
          <ac:chgData name="Giuseppe Carteny" userId="6f3ddda2-1c62-49af-8fb6-e5022e6e3d27" providerId="ADAL" clId="{92497209-617C-449F-B9AE-33673A1D7D5D}" dt="2025-09-14T20:02:36.101" v="30" actId="27636"/>
          <ac:spMkLst>
            <pc:docMk/>
            <pc:sldMk cId="0" sldId="267"/>
            <ac:spMk id="118" creationId="{00000000-0000-0000-0000-000000000000}"/>
          </ac:spMkLst>
        </pc:spChg>
      </pc:sldChg>
      <pc:sldChg chg="modSp add del mod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268"/>
        </pc:sldMkLst>
        <pc:spChg chg="mod">
          <ac:chgData name="Giuseppe Carteny" userId="6f3ddda2-1c62-49af-8fb6-e5022e6e3d27" providerId="ADAL" clId="{92497209-617C-449F-B9AE-33673A1D7D5D}" dt="2025-09-14T20:02:36.117" v="31" actId="27636"/>
          <ac:spMkLst>
            <pc:docMk/>
            <pc:sldMk cId="0" sldId="268"/>
            <ac:spMk id="124" creationId="{00000000-0000-0000-0000-000000000000}"/>
          </ac:spMkLst>
        </pc:spChg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269"/>
        </pc:sldMkLst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270"/>
        </pc:sldMkLst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271"/>
        </pc:sldMkLst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272"/>
        </pc:sldMkLst>
      </pc:sldChg>
      <pc:sldChg chg="modSp add del mod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273"/>
        </pc:sldMkLst>
        <pc:spChg chg="mod">
          <ac:chgData name="Giuseppe Carteny" userId="6f3ddda2-1c62-49af-8fb6-e5022e6e3d27" providerId="ADAL" clId="{92497209-617C-449F-B9AE-33673A1D7D5D}" dt="2025-09-14T21:58:20.984" v="255" actId="27636"/>
          <ac:spMkLst>
            <pc:docMk/>
            <pc:sldMk cId="0" sldId="273"/>
            <ac:spMk id="157" creationId="{00000000-0000-0000-0000-000000000000}"/>
          </ac:spMkLst>
        </pc:spChg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274"/>
        </pc:sldMkLst>
      </pc:sldChg>
      <pc:sldChg chg="modSp add del mod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275"/>
        </pc:sldMkLst>
        <pc:spChg chg="mod">
          <ac:chgData name="Giuseppe Carteny" userId="6f3ddda2-1c62-49af-8fb6-e5022e6e3d27" providerId="ADAL" clId="{92497209-617C-449F-B9AE-33673A1D7D5D}" dt="2025-09-14T20:02:36.139" v="33" actId="27636"/>
          <ac:spMkLst>
            <pc:docMk/>
            <pc:sldMk cId="0" sldId="275"/>
            <ac:spMk id="168" creationId="{00000000-0000-0000-0000-000000000000}"/>
          </ac:spMkLst>
        </pc:spChg>
      </pc:sldChg>
      <pc:sldChg chg="modSp add del mod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276"/>
        </pc:sldMkLst>
        <pc:spChg chg="mod">
          <ac:chgData name="Giuseppe Carteny" userId="6f3ddda2-1c62-49af-8fb6-e5022e6e3d27" providerId="ADAL" clId="{92497209-617C-449F-B9AE-33673A1D7D5D}" dt="2025-09-14T20:02:36.143" v="34" actId="27636"/>
          <ac:spMkLst>
            <pc:docMk/>
            <pc:sldMk cId="0" sldId="276"/>
            <ac:spMk id="175" creationId="{00000000-0000-0000-0000-000000000000}"/>
          </ac:spMkLst>
        </pc:spChg>
      </pc:sldChg>
      <pc:sldChg chg="modSp add del mod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277"/>
        </pc:sldMkLst>
        <pc:spChg chg="mod">
          <ac:chgData name="Giuseppe Carteny" userId="6f3ddda2-1c62-49af-8fb6-e5022e6e3d27" providerId="ADAL" clId="{92497209-617C-449F-B9AE-33673A1D7D5D}" dt="2025-09-14T20:02:36.145" v="35" actId="27636"/>
          <ac:spMkLst>
            <pc:docMk/>
            <pc:sldMk cId="0" sldId="277"/>
            <ac:spMk id="181" creationId="{00000000-0000-0000-0000-000000000000}"/>
          </ac:spMkLst>
        </pc:spChg>
      </pc:sldChg>
      <pc:sldChg chg="addSp delSp modSp add del mod modClrScheme chgLayout">
        <pc:chgData name="Giuseppe Carteny" userId="6f3ddda2-1c62-49af-8fb6-e5022e6e3d27" providerId="ADAL" clId="{92497209-617C-449F-B9AE-33673A1D7D5D}" dt="2025-09-15T12:28:50.691" v="930" actId="27636"/>
        <pc:sldMkLst>
          <pc:docMk/>
          <pc:sldMk cId="0" sldId="278"/>
        </pc:sldMkLst>
        <pc:spChg chg="mod">
          <ac:chgData name="Giuseppe Carteny" userId="6f3ddda2-1c62-49af-8fb6-e5022e6e3d27" providerId="ADAL" clId="{92497209-617C-449F-B9AE-33673A1D7D5D}" dt="2025-09-15T12:27:53.555" v="862" actId="1076"/>
          <ac:spMkLst>
            <pc:docMk/>
            <pc:sldMk cId="0" sldId="278"/>
            <ac:spMk id="2" creationId="{C2A7902E-5997-464C-8427-0A6453A58CAE}"/>
          </ac:spMkLst>
        </pc:spChg>
        <pc:spChg chg="mod">
          <ac:chgData name="Giuseppe Carteny" userId="6f3ddda2-1c62-49af-8fb6-e5022e6e3d27" providerId="ADAL" clId="{92497209-617C-449F-B9AE-33673A1D7D5D}" dt="2025-09-15T12:27:53.555" v="862" actId="1076"/>
          <ac:spMkLst>
            <pc:docMk/>
            <pc:sldMk cId="0" sldId="278"/>
            <ac:spMk id="3" creationId="{FDB26772-A566-4E64-8A53-12EFA3426D47}"/>
          </ac:spMkLst>
        </pc:spChg>
        <pc:spChg chg="mod">
          <ac:chgData name="Giuseppe Carteny" userId="6f3ddda2-1c62-49af-8fb6-e5022e6e3d27" providerId="ADAL" clId="{92497209-617C-449F-B9AE-33673A1D7D5D}" dt="2025-09-15T12:27:53.555" v="862" actId="1076"/>
          <ac:spMkLst>
            <pc:docMk/>
            <pc:sldMk cId="0" sldId="278"/>
            <ac:spMk id="4" creationId="{B7F89138-CB65-4E28-A118-407C8A70F1CD}"/>
          </ac:spMkLst>
        </pc:spChg>
        <pc:spChg chg="mod">
          <ac:chgData name="Giuseppe Carteny" userId="6f3ddda2-1c62-49af-8fb6-e5022e6e3d27" providerId="ADAL" clId="{92497209-617C-449F-B9AE-33673A1D7D5D}" dt="2025-09-15T12:27:53.555" v="862" actId="1076"/>
          <ac:spMkLst>
            <pc:docMk/>
            <pc:sldMk cId="0" sldId="278"/>
            <ac:spMk id="5" creationId="{76DE4205-4BC5-4944-A93D-461372C48AF8}"/>
          </ac:spMkLst>
        </pc:spChg>
        <pc:spChg chg="mod">
          <ac:chgData name="Giuseppe Carteny" userId="6f3ddda2-1c62-49af-8fb6-e5022e6e3d27" providerId="ADAL" clId="{92497209-617C-449F-B9AE-33673A1D7D5D}" dt="2025-09-15T12:27:53.555" v="862" actId="1076"/>
          <ac:spMkLst>
            <pc:docMk/>
            <pc:sldMk cId="0" sldId="278"/>
            <ac:spMk id="6" creationId="{BF86C901-6526-47B1-9F60-4EFC70CD6B6F}"/>
          </ac:spMkLst>
        </pc:spChg>
        <pc:spChg chg="mod">
          <ac:chgData name="Giuseppe Carteny" userId="6f3ddda2-1c62-49af-8fb6-e5022e6e3d27" providerId="ADAL" clId="{92497209-617C-449F-B9AE-33673A1D7D5D}" dt="2025-09-15T12:27:53.555" v="862" actId="1076"/>
          <ac:spMkLst>
            <pc:docMk/>
            <pc:sldMk cId="0" sldId="278"/>
            <ac:spMk id="7" creationId="{672FBA45-128E-48F4-A258-1CA53F444AA7}"/>
          </ac:spMkLst>
        </pc:spChg>
        <pc:spChg chg="mod">
          <ac:chgData name="Giuseppe Carteny" userId="6f3ddda2-1c62-49af-8fb6-e5022e6e3d27" providerId="ADAL" clId="{92497209-617C-449F-B9AE-33673A1D7D5D}" dt="2025-09-15T12:27:53.555" v="862" actId="1076"/>
          <ac:spMkLst>
            <pc:docMk/>
            <pc:sldMk cId="0" sldId="278"/>
            <ac:spMk id="8" creationId="{C463CD9F-9033-4957-91DD-80AB220655DD}"/>
          </ac:spMkLst>
        </pc:spChg>
        <pc:spChg chg="mod">
          <ac:chgData name="Giuseppe Carteny" userId="6f3ddda2-1c62-49af-8fb6-e5022e6e3d27" providerId="ADAL" clId="{92497209-617C-449F-B9AE-33673A1D7D5D}" dt="2025-09-15T12:27:53.555" v="862" actId="1076"/>
          <ac:spMkLst>
            <pc:docMk/>
            <pc:sldMk cId="0" sldId="278"/>
            <ac:spMk id="9" creationId="{AAF23718-8214-46FF-9BA4-A4D21A50EDC1}"/>
          </ac:spMkLst>
        </pc:spChg>
        <pc:spChg chg="mod">
          <ac:chgData name="Giuseppe Carteny" userId="6f3ddda2-1c62-49af-8fb6-e5022e6e3d27" providerId="ADAL" clId="{92497209-617C-449F-B9AE-33673A1D7D5D}" dt="2025-09-15T12:27:53.555" v="862" actId="1076"/>
          <ac:spMkLst>
            <pc:docMk/>
            <pc:sldMk cId="0" sldId="278"/>
            <ac:spMk id="10" creationId="{7CB1A0E1-267E-487F-9682-59DFF2C2010E}"/>
          </ac:spMkLst>
        </pc:spChg>
        <pc:spChg chg="mod">
          <ac:chgData name="Giuseppe Carteny" userId="6f3ddda2-1c62-49af-8fb6-e5022e6e3d27" providerId="ADAL" clId="{92497209-617C-449F-B9AE-33673A1D7D5D}" dt="2025-09-15T12:27:53.555" v="862" actId="1076"/>
          <ac:spMkLst>
            <pc:docMk/>
            <pc:sldMk cId="0" sldId="278"/>
            <ac:spMk id="11" creationId="{00308768-1ABA-4969-93F3-EFDE4045C7BC}"/>
          </ac:spMkLst>
        </pc:spChg>
        <pc:spChg chg="mod">
          <ac:chgData name="Giuseppe Carteny" userId="6f3ddda2-1c62-49af-8fb6-e5022e6e3d27" providerId="ADAL" clId="{92497209-617C-449F-B9AE-33673A1D7D5D}" dt="2025-09-15T12:27:53.555" v="862" actId="1076"/>
          <ac:spMkLst>
            <pc:docMk/>
            <pc:sldMk cId="0" sldId="278"/>
            <ac:spMk id="12" creationId="{9DF1618B-38F7-48F2-BDCB-DA4A28AFEF0F}"/>
          </ac:spMkLst>
        </pc:spChg>
        <pc:spChg chg="mod">
          <ac:chgData name="Giuseppe Carteny" userId="6f3ddda2-1c62-49af-8fb6-e5022e6e3d27" providerId="ADAL" clId="{92497209-617C-449F-B9AE-33673A1D7D5D}" dt="2025-09-15T12:27:53.555" v="862" actId="1076"/>
          <ac:spMkLst>
            <pc:docMk/>
            <pc:sldMk cId="0" sldId="278"/>
            <ac:spMk id="13" creationId="{C6D6383B-3521-4C55-848B-DAFC3780A169}"/>
          </ac:spMkLst>
        </pc:spChg>
        <pc:spChg chg="mod">
          <ac:chgData name="Giuseppe Carteny" userId="6f3ddda2-1c62-49af-8fb6-e5022e6e3d27" providerId="ADAL" clId="{92497209-617C-449F-B9AE-33673A1D7D5D}" dt="2025-09-15T12:27:53.555" v="862" actId="1076"/>
          <ac:spMkLst>
            <pc:docMk/>
            <pc:sldMk cId="0" sldId="278"/>
            <ac:spMk id="14" creationId="{C712073D-A14A-4F3A-A8D1-DA02F671A966}"/>
          </ac:spMkLst>
        </pc:spChg>
        <pc:spChg chg="mod">
          <ac:chgData name="Giuseppe Carteny" userId="6f3ddda2-1c62-49af-8fb6-e5022e6e3d27" providerId="ADAL" clId="{92497209-617C-449F-B9AE-33673A1D7D5D}" dt="2025-09-15T12:27:53.555" v="862" actId="1076"/>
          <ac:spMkLst>
            <pc:docMk/>
            <pc:sldMk cId="0" sldId="278"/>
            <ac:spMk id="15" creationId="{01D02330-BD36-46D2-A40B-60D270B9939B}"/>
          </ac:spMkLst>
        </pc:spChg>
        <pc:spChg chg="mod">
          <ac:chgData name="Giuseppe Carteny" userId="6f3ddda2-1c62-49af-8fb6-e5022e6e3d27" providerId="ADAL" clId="{92497209-617C-449F-B9AE-33673A1D7D5D}" dt="2025-09-15T12:27:53.555" v="862" actId="1076"/>
          <ac:spMkLst>
            <pc:docMk/>
            <pc:sldMk cId="0" sldId="278"/>
            <ac:spMk id="16" creationId="{E011FEF8-D038-47C6-AD40-CC0F2BEF3346}"/>
          </ac:spMkLst>
        </pc:spChg>
        <pc:spChg chg="mod">
          <ac:chgData name="Giuseppe Carteny" userId="6f3ddda2-1c62-49af-8fb6-e5022e6e3d27" providerId="ADAL" clId="{92497209-617C-449F-B9AE-33673A1D7D5D}" dt="2025-09-15T12:27:53.555" v="862" actId="1076"/>
          <ac:spMkLst>
            <pc:docMk/>
            <pc:sldMk cId="0" sldId="278"/>
            <ac:spMk id="17" creationId="{A9DA581B-2F63-4997-B517-EA0592744D12}"/>
          </ac:spMkLst>
        </pc:spChg>
        <pc:spChg chg="mod">
          <ac:chgData name="Giuseppe Carteny" userId="6f3ddda2-1c62-49af-8fb6-e5022e6e3d27" providerId="ADAL" clId="{92497209-617C-449F-B9AE-33673A1D7D5D}" dt="2025-09-15T12:27:53.555" v="862" actId="1076"/>
          <ac:spMkLst>
            <pc:docMk/>
            <pc:sldMk cId="0" sldId="278"/>
            <ac:spMk id="18" creationId="{A9D1B0F2-4B0B-4F8C-9EE4-FAC21FD5590D}"/>
          </ac:spMkLst>
        </pc:spChg>
        <pc:spChg chg="mod">
          <ac:chgData name="Giuseppe Carteny" userId="6f3ddda2-1c62-49af-8fb6-e5022e6e3d27" providerId="ADAL" clId="{92497209-617C-449F-B9AE-33673A1D7D5D}" dt="2025-09-15T12:27:53.555" v="862" actId="1076"/>
          <ac:spMkLst>
            <pc:docMk/>
            <pc:sldMk cId="0" sldId="278"/>
            <ac:spMk id="19" creationId="{202CE470-F13A-40D6-B991-08AEB55536ED}"/>
          </ac:spMkLst>
        </pc:spChg>
        <pc:spChg chg="mod">
          <ac:chgData name="Giuseppe Carteny" userId="6f3ddda2-1c62-49af-8fb6-e5022e6e3d27" providerId="ADAL" clId="{92497209-617C-449F-B9AE-33673A1D7D5D}" dt="2025-09-15T12:27:53.555" v="862" actId="1076"/>
          <ac:spMkLst>
            <pc:docMk/>
            <pc:sldMk cId="0" sldId="278"/>
            <ac:spMk id="20" creationId="{EB962EC7-9997-4427-B33E-3DE3F1B80568}"/>
          </ac:spMkLst>
        </pc:spChg>
        <pc:spChg chg="mod">
          <ac:chgData name="Giuseppe Carteny" userId="6f3ddda2-1c62-49af-8fb6-e5022e6e3d27" providerId="ADAL" clId="{92497209-617C-449F-B9AE-33673A1D7D5D}" dt="2025-09-15T12:27:53.555" v="862" actId="1076"/>
          <ac:spMkLst>
            <pc:docMk/>
            <pc:sldMk cId="0" sldId="278"/>
            <ac:spMk id="21" creationId="{89FE3BA3-F57C-48E6-9D13-15174DE3320E}"/>
          </ac:spMkLst>
        </pc:spChg>
        <pc:spChg chg="mod">
          <ac:chgData name="Giuseppe Carteny" userId="6f3ddda2-1c62-49af-8fb6-e5022e6e3d27" providerId="ADAL" clId="{92497209-617C-449F-B9AE-33673A1D7D5D}" dt="2025-09-15T12:27:53.555" v="862" actId="1076"/>
          <ac:spMkLst>
            <pc:docMk/>
            <pc:sldMk cId="0" sldId="278"/>
            <ac:spMk id="22" creationId="{F83B6ED0-A29E-4C8A-8168-74D653654D2C}"/>
          </ac:spMkLst>
        </pc:spChg>
        <pc:spChg chg="mod">
          <ac:chgData name="Giuseppe Carteny" userId="6f3ddda2-1c62-49af-8fb6-e5022e6e3d27" providerId="ADAL" clId="{92497209-617C-449F-B9AE-33673A1D7D5D}" dt="2025-09-15T12:27:53.555" v="862" actId="1076"/>
          <ac:spMkLst>
            <pc:docMk/>
            <pc:sldMk cId="0" sldId="278"/>
            <ac:spMk id="23" creationId="{D57450F4-7BF9-4A9E-92EB-23315A3D2E2D}"/>
          </ac:spMkLst>
        </pc:spChg>
        <pc:spChg chg="add del mod ord">
          <ac:chgData name="Giuseppe Carteny" userId="6f3ddda2-1c62-49af-8fb6-e5022e6e3d27" providerId="ADAL" clId="{92497209-617C-449F-B9AE-33673A1D7D5D}" dt="2025-09-15T12:27:36.026" v="859" actId="700"/>
          <ac:spMkLst>
            <pc:docMk/>
            <pc:sldMk cId="0" sldId="278"/>
            <ac:spMk id="24" creationId="{02D3AE1C-7063-4693-B0D1-4A03B4279B96}"/>
          </ac:spMkLst>
        </pc:spChg>
        <pc:spChg chg="mod">
          <ac:chgData name="Giuseppe Carteny" userId="6f3ddda2-1c62-49af-8fb6-e5022e6e3d27" providerId="ADAL" clId="{92497209-617C-449F-B9AE-33673A1D7D5D}" dt="2025-09-15T12:27:53.555" v="862" actId="1076"/>
          <ac:spMkLst>
            <pc:docMk/>
            <pc:sldMk cId="0" sldId="278"/>
            <ac:spMk id="25" creationId="{D8914F8E-0C33-4002-9341-42F9A0819A97}"/>
          </ac:spMkLst>
        </pc:spChg>
        <pc:spChg chg="mod">
          <ac:chgData name="Giuseppe Carteny" userId="6f3ddda2-1c62-49af-8fb6-e5022e6e3d27" providerId="ADAL" clId="{92497209-617C-449F-B9AE-33673A1D7D5D}" dt="2025-09-15T12:27:53.555" v="862" actId="1076"/>
          <ac:spMkLst>
            <pc:docMk/>
            <pc:sldMk cId="0" sldId="278"/>
            <ac:spMk id="26" creationId="{8E6480F4-1148-4F2D-B333-9CD291C44D66}"/>
          </ac:spMkLst>
        </pc:spChg>
        <pc:spChg chg="mod">
          <ac:chgData name="Giuseppe Carteny" userId="6f3ddda2-1c62-49af-8fb6-e5022e6e3d27" providerId="ADAL" clId="{92497209-617C-449F-B9AE-33673A1D7D5D}" dt="2025-09-15T12:27:53.555" v="862" actId="1076"/>
          <ac:spMkLst>
            <pc:docMk/>
            <pc:sldMk cId="0" sldId="278"/>
            <ac:spMk id="27" creationId="{0405A06A-F4B7-4676-BDA7-318287724783}"/>
          </ac:spMkLst>
        </pc:spChg>
        <pc:spChg chg="mod">
          <ac:chgData name="Giuseppe Carteny" userId="6f3ddda2-1c62-49af-8fb6-e5022e6e3d27" providerId="ADAL" clId="{92497209-617C-449F-B9AE-33673A1D7D5D}" dt="2025-09-15T12:27:53.555" v="862" actId="1076"/>
          <ac:spMkLst>
            <pc:docMk/>
            <pc:sldMk cId="0" sldId="278"/>
            <ac:spMk id="28" creationId="{5B7593F6-9197-4CAD-8089-D3E5777BA080}"/>
          </ac:spMkLst>
        </pc:spChg>
        <pc:spChg chg="mod">
          <ac:chgData name="Giuseppe Carteny" userId="6f3ddda2-1c62-49af-8fb6-e5022e6e3d27" providerId="ADAL" clId="{92497209-617C-449F-B9AE-33673A1D7D5D}" dt="2025-09-15T12:27:53.555" v="862" actId="1076"/>
          <ac:spMkLst>
            <pc:docMk/>
            <pc:sldMk cId="0" sldId="278"/>
            <ac:spMk id="29" creationId="{211CC0BD-7FDF-4A90-88BB-4E7C9CBD0E76}"/>
          </ac:spMkLst>
        </pc:spChg>
        <pc:spChg chg="mod">
          <ac:chgData name="Giuseppe Carteny" userId="6f3ddda2-1c62-49af-8fb6-e5022e6e3d27" providerId="ADAL" clId="{92497209-617C-449F-B9AE-33673A1D7D5D}" dt="2025-09-15T12:27:53.555" v="862" actId="1076"/>
          <ac:spMkLst>
            <pc:docMk/>
            <pc:sldMk cId="0" sldId="278"/>
            <ac:spMk id="30" creationId="{A6722E63-75EA-4E5C-BA5D-FB5468F219BF}"/>
          </ac:spMkLst>
        </pc:spChg>
        <pc:spChg chg="mod">
          <ac:chgData name="Giuseppe Carteny" userId="6f3ddda2-1c62-49af-8fb6-e5022e6e3d27" providerId="ADAL" clId="{92497209-617C-449F-B9AE-33673A1D7D5D}" dt="2025-09-15T12:27:53.555" v="862" actId="1076"/>
          <ac:spMkLst>
            <pc:docMk/>
            <pc:sldMk cId="0" sldId="278"/>
            <ac:spMk id="31" creationId="{4144F36B-99A4-44FA-9189-ABB6BAB4199B}"/>
          </ac:spMkLst>
        </pc:spChg>
        <pc:spChg chg="mod">
          <ac:chgData name="Giuseppe Carteny" userId="6f3ddda2-1c62-49af-8fb6-e5022e6e3d27" providerId="ADAL" clId="{92497209-617C-449F-B9AE-33673A1D7D5D}" dt="2025-09-15T12:27:53.555" v="862" actId="1076"/>
          <ac:spMkLst>
            <pc:docMk/>
            <pc:sldMk cId="0" sldId="278"/>
            <ac:spMk id="32" creationId="{13853A2D-78FD-461C-9818-1F498668DA84}"/>
          </ac:spMkLst>
        </pc:spChg>
        <pc:spChg chg="mod">
          <ac:chgData name="Giuseppe Carteny" userId="6f3ddda2-1c62-49af-8fb6-e5022e6e3d27" providerId="ADAL" clId="{92497209-617C-449F-B9AE-33673A1D7D5D}" dt="2025-09-15T12:27:53.555" v="862" actId="1076"/>
          <ac:spMkLst>
            <pc:docMk/>
            <pc:sldMk cId="0" sldId="278"/>
            <ac:spMk id="33" creationId="{44BF0D9D-7468-43A2-B1BD-309C00CA95CB}"/>
          </ac:spMkLst>
        </pc:spChg>
        <pc:spChg chg="mod">
          <ac:chgData name="Giuseppe Carteny" userId="6f3ddda2-1c62-49af-8fb6-e5022e6e3d27" providerId="ADAL" clId="{92497209-617C-449F-B9AE-33673A1D7D5D}" dt="2025-09-15T12:27:53.555" v="862" actId="1076"/>
          <ac:spMkLst>
            <pc:docMk/>
            <pc:sldMk cId="0" sldId="278"/>
            <ac:spMk id="34" creationId="{4260948A-6B71-44F1-B11A-3228DDFF72B4}"/>
          </ac:spMkLst>
        </pc:spChg>
        <pc:spChg chg="mod">
          <ac:chgData name="Giuseppe Carteny" userId="6f3ddda2-1c62-49af-8fb6-e5022e6e3d27" providerId="ADAL" clId="{92497209-617C-449F-B9AE-33673A1D7D5D}" dt="2025-09-15T12:27:53.555" v="862" actId="1076"/>
          <ac:spMkLst>
            <pc:docMk/>
            <pc:sldMk cId="0" sldId="278"/>
            <ac:spMk id="35" creationId="{BA445D47-1DC1-486F-8781-6B77352F07E5}"/>
          </ac:spMkLst>
        </pc:spChg>
        <pc:spChg chg="mod">
          <ac:chgData name="Giuseppe Carteny" userId="6f3ddda2-1c62-49af-8fb6-e5022e6e3d27" providerId="ADAL" clId="{92497209-617C-449F-B9AE-33673A1D7D5D}" dt="2025-09-15T12:27:53.555" v="862" actId="1076"/>
          <ac:spMkLst>
            <pc:docMk/>
            <pc:sldMk cId="0" sldId="278"/>
            <ac:spMk id="36" creationId="{0E2590FB-6D39-4193-BC8E-B2E93CED3572}"/>
          </ac:spMkLst>
        </pc:spChg>
        <pc:spChg chg="mod">
          <ac:chgData name="Giuseppe Carteny" userId="6f3ddda2-1c62-49af-8fb6-e5022e6e3d27" providerId="ADAL" clId="{92497209-617C-449F-B9AE-33673A1D7D5D}" dt="2025-09-15T12:27:53.555" v="862" actId="1076"/>
          <ac:spMkLst>
            <pc:docMk/>
            <pc:sldMk cId="0" sldId="278"/>
            <ac:spMk id="37" creationId="{2901DB7B-7CF0-4EF2-802C-69F038EB3018}"/>
          </ac:spMkLst>
        </pc:spChg>
        <pc:spChg chg="mod">
          <ac:chgData name="Giuseppe Carteny" userId="6f3ddda2-1c62-49af-8fb6-e5022e6e3d27" providerId="ADAL" clId="{92497209-617C-449F-B9AE-33673A1D7D5D}" dt="2025-09-15T12:27:53.555" v="862" actId="1076"/>
          <ac:spMkLst>
            <pc:docMk/>
            <pc:sldMk cId="0" sldId="278"/>
            <ac:spMk id="38" creationId="{D13EA889-D1A3-4BB5-9C98-D2D5F2E8B67B}"/>
          </ac:spMkLst>
        </pc:spChg>
        <pc:spChg chg="mod">
          <ac:chgData name="Giuseppe Carteny" userId="6f3ddda2-1c62-49af-8fb6-e5022e6e3d27" providerId="ADAL" clId="{92497209-617C-449F-B9AE-33673A1D7D5D}" dt="2025-09-15T12:27:53.555" v="862" actId="1076"/>
          <ac:spMkLst>
            <pc:docMk/>
            <pc:sldMk cId="0" sldId="278"/>
            <ac:spMk id="39" creationId="{7162F562-26C9-4EB5-A3CA-0ADE3B8ED9D5}"/>
          </ac:spMkLst>
        </pc:spChg>
        <pc:spChg chg="mod">
          <ac:chgData name="Giuseppe Carteny" userId="6f3ddda2-1c62-49af-8fb6-e5022e6e3d27" providerId="ADAL" clId="{92497209-617C-449F-B9AE-33673A1D7D5D}" dt="2025-09-15T12:27:53.555" v="862" actId="1076"/>
          <ac:spMkLst>
            <pc:docMk/>
            <pc:sldMk cId="0" sldId="278"/>
            <ac:spMk id="40" creationId="{E35F4543-50B1-492E-9E8B-85644DEF2084}"/>
          </ac:spMkLst>
        </pc:spChg>
        <pc:spChg chg="mod">
          <ac:chgData name="Giuseppe Carteny" userId="6f3ddda2-1c62-49af-8fb6-e5022e6e3d27" providerId="ADAL" clId="{92497209-617C-449F-B9AE-33673A1D7D5D}" dt="2025-09-15T12:27:53.555" v="862" actId="1076"/>
          <ac:spMkLst>
            <pc:docMk/>
            <pc:sldMk cId="0" sldId="278"/>
            <ac:spMk id="41" creationId="{5185E06A-0D9C-42DB-899D-6D02DF8746B7}"/>
          </ac:spMkLst>
        </pc:spChg>
        <pc:spChg chg="mod">
          <ac:chgData name="Giuseppe Carteny" userId="6f3ddda2-1c62-49af-8fb6-e5022e6e3d27" providerId="ADAL" clId="{92497209-617C-449F-B9AE-33673A1D7D5D}" dt="2025-09-15T12:27:53.555" v="862" actId="1076"/>
          <ac:spMkLst>
            <pc:docMk/>
            <pc:sldMk cId="0" sldId="278"/>
            <ac:spMk id="42" creationId="{0B5A2B64-C032-4533-9DCD-F9CB41BB17DC}"/>
          </ac:spMkLst>
        </pc:spChg>
        <pc:spChg chg="mod">
          <ac:chgData name="Giuseppe Carteny" userId="6f3ddda2-1c62-49af-8fb6-e5022e6e3d27" providerId="ADAL" clId="{92497209-617C-449F-B9AE-33673A1D7D5D}" dt="2025-09-15T12:27:53.555" v="862" actId="1076"/>
          <ac:spMkLst>
            <pc:docMk/>
            <pc:sldMk cId="0" sldId="278"/>
            <ac:spMk id="43" creationId="{1CCD4885-D003-4BD7-BE22-E2ECF81CE9AB}"/>
          </ac:spMkLst>
        </pc:spChg>
        <pc:spChg chg="mod">
          <ac:chgData name="Giuseppe Carteny" userId="6f3ddda2-1c62-49af-8fb6-e5022e6e3d27" providerId="ADAL" clId="{92497209-617C-449F-B9AE-33673A1D7D5D}" dt="2025-09-15T12:27:53.555" v="862" actId="1076"/>
          <ac:spMkLst>
            <pc:docMk/>
            <pc:sldMk cId="0" sldId="278"/>
            <ac:spMk id="44" creationId="{39A7ECCB-32E3-453D-8EE7-310B0A9B70E7}"/>
          </ac:spMkLst>
        </pc:spChg>
        <pc:spChg chg="mod">
          <ac:chgData name="Giuseppe Carteny" userId="6f3ddda2-1c62-49af-8fb6-e5022e6e3d27" providerId="ADAL" clId="{92497209-617C-449F-B9AE-33673A1D7D5D}" dt="2025-09-15T12:27:53.555" v="862" actId="1076"/>
          <ac:spMkLst>
            <pc:docMk/>
            <pc:sldMk cId="0" sldId="278"/>
            <ac:spMk id="45" creationId="{969A1926-75C5-462B-BD4A-A75E72B2B9CD}"/>
          </ac:spMkLst>
        </pc:spChg>
        <pc:spChg chg="mod">
          <ac:chgData name="Giuseppe Carteny" userId="6f3ddda2-1c62-49af-8fb6-e5022e6e3d27" providerId="ADAL" clId="{92497209-617C-449F-B9AE-33673A1D7D5D}" dt="2025-09-15T12:27:53.555" v="862" actId="1076"/>
          <ac:spMkLst>
            <pc:docMk/>
            <pc:sldMk cId="0" sldId="278"/>
            <ac:spMk id="46" creationId="{960A0694-E122-45A3-9F14-2C5AF7192413}"/>
          </ac:spMkLst>
        </pc:spChg>
        <pc:spChg chg="mod">
          <ac:chgData name="Giuseppe Carteny" userId="6f3ddda2-1c62-49af-8fb6-e5022e6e3d27" providerId="ADAL" clId="{92497209-617C-449F-B9AE-33673A1D7D5D}" dt="2025-09-15T12:27:53.555" v="862" actId="1076"/>
          <ac:spMkLst>
            <pc:docMk/>
            <pc:sldMk cId="0" sldId="278"/>
            <ac:spMk id="47" creationId="{0B7953FB-D04D-4A1B-ABE6-69E9C47E2E28}"/>
          </ac:spMkLst>
        </pc:spChg>
        <pc:spChg chg="mod">
          <ac:chgData name="Giuseppe Carteny" userId="6f3ddda2-1c62-49af-8fb6-e5022e6e3d27" providerId="ADAL" clId="{92497209-617C-449F-B9AE-33673A1D7D5D}" dt="2025-09-15T12:27:53.555" v="862" actId="1076"/>
          <ac:spMkLst>
            <pc:docMk/>
            <pc:sldMk cId="0" sldId="278"/>
            <ac:spMk id="48" creationId="{D4EB2E58-FE53-435C-8972-B10519B1B5AF}"/>
          </ac:spMkLst>
        </pc:spChg>
        <pc:spChg chg="add del mod ord">
          <ac:chgData name="Giuseppe Carteny" userId="6f3ddda2-1c62-49af-8fb6-e5022e6e3d27" providerId="ADAL" clId="{92497209-617C-449F-B9AE-33673A1D7D5D}" dt="2025-09-15T12:28:04.984" v="865" actId="478"/>
          <ac:spMkLst>
            <pc:docMk/>
            <pc:sldMk cId="0" sldId="278"/>
            <ac:spMk id="49" creationId="{F691DF00-72E3-468B-B667-FB268BF2DF05}"/>
          </ac:spMkLst>
        </pc:spChg>
        <pc:spChg chg="mod">
          <ac:chgData name="Giuseppe Carteny" userId="6f3ddda2-1c62-49af-8fb6-e5022e6e3d27" providerId="ADAL" clId="{92497209-617C-449F-B9AE-33673A1D7D5D}" dt="2025-09-15T12:27:53.555" v="862" actId="1076"/>
          <ac:spMkLst>
            <pc:docMk/>
            <pc:sldMk cId="0" sldId="278"/>
            <ac:spMk id="51" creationId="{D130F6BB-9479-43FF-98DB-83C9511DE5B4}"/>
          </ac:spMkLst>
        </pc:spChg>
        <pc:spChg chg="add del mod ord">
          <ac:chgData name="Giuseppe Carteny" userId="6f3ddda2-1c62-49af-8fb6-e5022e6e3d27" providerId="ADAL" clId="{92497209-617C-449F-B9AE-33673A1D7D5D}" dt="2025-09-15T12:27:43.135" v="861" actId="478"/>
          <ac:spMkLst>
            <pc:docMk/>
            <pc:sldMk cId="0" sldId="278"/>
            <ac:spMk id="52" creationId="{5E8AC39C-304E-47CD-AD2D-0A0F504C7D5B}"/>
          </ac:spMkLst>
        </pc:spChg>
        <pc:spChg chg="mod">
          <ac:chgData name="Giuseppe Carteny" userId="6f3ddda2-1c62-49af-8fb6-e5022e6e3d27" providerId="ADAL" clId="{92497209-617C-449F-B9AE-33673A1D7D5D}" dt="2025-09-15T12:27:53.555" v="862" actId="1076"/>
          <ac:spMkLst>
            <pc:docMk/>
            <pc:sldMk cId="0" sldId="278"/>
            <ac:spMk id="63" creationId="{564B6FA9-691C-422D-AB2E-6DF7753E4BA9}"/>
          </ac:spMkLst>
        </pc:spChg>
        <pc:spChg chg="mod">
          <ac:chgData name="Giuseppe Carteny" userId="6f3ddda2-1c62-49af-8fb6-e5022e6e3d27" providerId="ADAL" clId="{92497209-617C-449F-B9AE-33673A1D7D5D}" dt="2025-09-15T12:27:53.555" v="862" actId="1076"/>
          <ac:spMkLst>
            <pc:docMk/>
            <pc:sldMk cId="0" sldId="278"/>
            <ac:spMk id="64" creationId="{6938592D-F54E-48A9-B839-ECD16E253DB3}"/>
          </ac:spMkLst>
        </pc:spChg>
        <pc:spChg chg="mod">
          <ac:chgData name="Giuseppe Carteny" userId="6f3ddda2-1c62-49af-8fb6-e5022e6e3d27" providerId="ADAL" clId="{92497209-617C-449F-B9AE-33673A1D7D5D}" dt="2025-09-15T12:27:53.555" v="862" actId="1076"/>
          <ac:spMkLst>
            <pc:docMk/>
            <pc:sldMk cId="0" sldId="278"/>
            <ac:spMk id="65" creationId="{03D83EDC-C203-4849-B154-6F175CBC1159}"/>
          </ac:spMkLst>
        </pc:spChg>
        <pc:spChg chg="mod">
          <ac:chgData name="Giuseppe Carteny" userId="6f3ddda2-1c62-49af-8fb6-e5022e6e3d27" providerId="ADAL" clId="{92497209-617C-449F-B9AE-33673A1D7D5D}" dt="2025-09-15T12:27:53.555" v="862" actId="1076"/>
          <ac:spMkLst>
            <pc:docMk/>
            <pc:sldMk cId="0" sldId="278"/>
            <ac:spMk id="66" creationId="{D4EF1537-B339-4086-A9CB-3DCF30DD2E79}"/>
          </ac:spMkLst>
        </pc:spChg>
        <pc:spChg chg="add del">
          <ac:chgData name="Giuseppe Carteny" userId="6f3ddda2-1c62-49af-8fb6-e5022e6e3d27" providerId="ADAL" clId="{92497209-617C-449F-B9AE-33673A1D7D5D}" dt="2025-09-15T12:28:19.508" v="870" actId="22"/>
          <ac:spMkLst>
            <pc:docMk/>
            <pc:sldMk cId="0" sldId="278"/>
            <ac:spMk id="70" creationId="{4B8652E9-7F16-414D-8631-C1F184BC5EBA}"/>
          </ac:spMkLst>
        </pc:spChg>
        <pc:spChg chg="add mod">
          <ac:chgData name="Giuseppe Carteny" userId="6f3ddda2-1c62-49af-8fb6-e5022e6e3d27" providerId="ADAL" clId="{92497209-617C-449F-B9AE-33673A1D7D5D}" dt="2025-09-15T12:28:50.691" v="930" actId="27636"/>
          <ac:spMkLst>
            <pc:docMk/>
            <pc:sldMk cId="0" sldId="278"/>
            <ac:spMk id="71" creationId="{AA4786CC-2657-4AB1-8E15-F9097B8FD1A4}"/>
          </ac:spMkLst>
        </pc:spChg>
        <pc:spChg chg="del mod">
          <ac:chgData name="Giuseppe Carteny" userId="6f3ddda2-1c62-49af-8fb6-e5022e6e3d27" providerId="ADAL" clId="{92497209-617C-449F-B9AE-33673A1D7D5D}" dt="2025-09-15T12:28:07.524" v="866" actId="478"/>
          <ac:spMkLst>
            <pc:docMk/>
            <pc:sldMk cId="0" sldId="278"/>
            <ac:spMk id="146" creationId="{00000000-0000-0000-0000-000000000000}"/>
          </ac:spMkLst>
        </pc:spChg>
        <pc:spChg chg="mod">
          <ac:chgData name="Giuseppe Carteny" userId="6f3ddda2-1c62-49af-8fb6-e5022e6e3d27" providerId="ADAL" clId="{92497209-617C-449F-B9AE-33673A1D7D5D}" dt="2025-09-14T20:02:36.148" v="36" actId="27636"/>
          <ac:spMkLst>
            <pc:docMk/>
            <pc:sldMk cId="0" sldId="278"/>
            <ac:spMk id="187" creationId="{00000000-0000-0000-0000-000000000000}"/>
          </ac:spMkLst>
        </pc:spChg>
        <pc:picChg chg="del mod">
          <ac:chgData name="Giuseppe Carteny" userId="6f3ddda2-1c62-49af-8fb6-e5022e6e3d27" providerId="ADAL" clId="{92497209-617C-449F-B9AE-33673A1D7D5D}" dt="2025-09-15T12:28:00.475" v="864" actId="478"/>
          <ac:picMkLst>
            <pc:docMk/>
            <pc:sldMk cId="0" sldId="278"/>
            <ac:picMk id="147" creationId="{00000000-0000-0000-0000-000000000000}"/>
          </ac:picMkLst>
        </pc:picChg>
        <pc:picChg chg="del mod">
          <ac:chgData name="Giuseppe Carteny" userId="6f3ddda2-1c62-49af-8fb6-e5022e6e3d27" providerId="ADAL" clId="{92497209-617C-449F-B9AE-33673A1D7D5D}" dt="2025-09-15T12:28:09.244" v="867" actId="478"/>
          <ac:picMkLst>
            <pc:docMk/>
            <pc:sldMk cId="0" sldId="278"/>
            <ac:picMk id="148" creationId="{00000000-0000-0000-0000-000000000000}"/>
          </ac:picMkLst>
        </pc:picChg>
        <pc:picChg chg="del mod">
          <ac:chgData name="Giuseppe Carteny" userId="6f3ddda2-1c62-49af-8fb6-e5022e6e3d27" providerId="ADAL" clId="{92497209-617C-449F-B9AE-33673A1D7D5D}" dt="2025-09-15T12:28:11.315" v="868" actId="478"/>
          <ac:picMkLst>
            <pc:docMk/>
            <pc:sldMk cId="0" sldId="278"/>
            <ac:picMk id="149" creationId="{00000000-0000-0000-0000-000000000000}"/>
          </ac:picMkLst>
        </pc:picChg>
        <pc:picChg chg="del mod">
          <ac:chgData name="Giuseppe Carteny" userId="6f3ddda2-1c62-49af-8fb6-e5022e6e3d27" providerId="ADAL" clId="{92497209-617C-449F-B9AE-33673A1D7D5D}" dt="2025-09-15T12:27:58.406" v="863" actId="478"/>
          <ac:picMkLst>
            <pc:docMk/>
            <pc:sldMk cId="0" sldId="278"/>
            <ac:picMk id="179" creationId="{00000000-0000-0000-0000-000000000000}"/>
          </ac:picMkLst>
        </pc:picChg>
        <pc:cxnChg chg="mod">
          <ac:chgData name="Giuseppe Carteny" userId="6f3ddda2-1c62-49af-8fb6-e5022e6e3d27" providerId="ADAL" clId="{92497209-617C-449F-B9AE-33673A1D7D5D}" dt="2025-09-15T12:27:53.555" v="862" actId="1076"/>
          <ac:cxnSpMkLst>
            <pc:docMk/>
            <pc:sldMk cId="0" sldId="278"/>
            <ac:cxnSpMk id="50" creationId="{557B84BC-A10D-4407-BCA9-5F76362A9158}"/>
          </ac:cxnSpMkLst>
        </pc:cxnChg>
        <pc:cxnChg chg="mod">
          <ac:chgData name="Giuseppe Carteny" userId="6f3ddda2-1c62-49af-8fb6-e5022e6e3d27" providerId="ADAL" clId="{92497209-617C-449F-B9AE-33673A1D7D5D}" dt="2025-09-15T12:27:53.555" v="862" actId="1076"/>
          <ac:cxnSpMkLst>
            <pc:docMk/>
            <pc:sldMk cId="0" sldId="278"/>
            <ac:cxnSpMk id="84" creationId="{4CC94F9A-D99E-4843-9DCE-E43FA20FF808}"/>
          </ac:cxnSpMkLst>
        </pc:cxnChg>
        <pc:cxnChg chg="mod">
          <ac:chgData name="Giuseppe Carteny" userId="6f3ddda2-1c62-49af-8fb6-e5022e6e3d27" providerId="ADAL" clId="{92497209-617C-449F-B9AE-33673A1D7D5D}" dt="2025-09-15T12:27:53.555" v="862" actId="1076"/>
          <ac:cxnSpMkLst>
            <pc:docMk/>
            <pc:sldMk cId="0" sldId="278"/>
            <ac:cxnSpMk id="85" creationId="{F0296323-0FE4-4615-A61E-38B7CAFD54FC}"/>
          </ac:cxnSpMkLst>
        </pc:cxnChg>
        <pc:cxnChg chg="mod">
          <ac:chgData name="Giuseppe Carteny" userId="6f3ddda2-1c62-49af-8fb6-e5022e6e3d27" providerId="ADAL" clId="{92497209-617C-449F-B9AE-33673A1D7D5D}" dt="2025-09-15T12:27:53.555" v="862" actId="1076"/>
          <ac:cxnSpMkLst>
            <pc:docMk/>
            <pc:sldMk cId="0" sldId="278"/>
            <ac:cxnSpMk id="86" creationId="{22F3817C-6F2A-4183-9C11-D4E19CBBE676}"/>
          </ac:cxnSpMkLst>
        </pc:cxnChg>
        <pc:cxnChg chg="mod">
          <ac:chgData name="Giuseppe Carteny" userId="6f3ddda2-1c62-49af-8fb6-e5022e6e3d27" providerId="ADAL" clId="{92497209-617C-449F-B9AE-33673A1D7D5D}" dt="2025-09-15T12:27:53.555" v="862" actId="1076"/>
          <ac:cxnSpMkLst>
            <pc:docMk/>
            <pc:sldMk cId="0" sldId="278"/>
            <ac:cxnSpMk id="87" creationId="{A06ACDA3-C3CB-4C1C-AFFD-794725B3F421}"/>
          </ac:cxnSpMkLst>
        </pc:cxnChg>
        <pc:cxnChg chg="mod">
          <ac:chgData name="Giuseppe Carteny" userId="6f3ddda2-1c62-49af-8fb6-e5022e6e3d27" providerId="ADAL" clId="{92497209-617C-449F-B9AE-33673A1D7D5D}" dt="2025-09-15T12:27:53.555" v="862" actId="1076"/>
          <ac:cxnSpMkLst>
            <pc:docMk/>
            <pc:sldMk cId="0" sldId="278"/>
            <ac:cxnSpMk id="88" creationId="{FC6817E6-6C40-48DE-8842-A9D893FCC91B}"/>
          </ac:cxnSpMkLst>
        </pc:cxnChg>
        <pc:cxnChg chg="mod">
          <ac:chgData name="Giuseppe Carteny" userId="6f3ddda2-1c62-49af-8fb6-e5022e6e3d27" providerId="ADAL" clId="{92497209-617C-449F-B9AE-33673A1D7D5D}" dt="2025-09-15T12:27:53.555" v="862" actId="1076"/>
          <ac:cxnSpMkLst>
            <pc:docMk/>
            <pc:sldMk cId="0" sldId="278"/>
            <ac:cxnSpMk id="89" creationId="{FBBC75D7-4EAE-4B85-87AB-32DF3B982329}"/>
          </ac:cxnSpMkLst>
        </pc:cxnChg>
        <pc:cxnChg chg="mod">
          <ac:chgData name="Giuseppe Carteny" userId="6f3ddda2-1c62-49af-8fb6-e5022e6e3d27" providerId="ADAL" clId="{92497209-617C-449F-B9AE-33673A1D7D5D}" dt="2025-09-15T12:27:53.555" v="862" actId="1076"/>
          <ac:cxnSpMkLst>
            <pc:docMk/>
            <pc:sldMk cId="0" sldId="278"/>
            <ac:cxnSpMk id="106" creationId="{37175E6B-2B69-4D15-B517-B34A7D90EC8C}"/>
          </ac:cxnSpMkLst>
        </pc:cxnChg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279"/>
        </pc:sldMkLst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280"/>
        </pc:sldMkLst>
      </pc:sldChg>
      <pc:sldChg chg="modSp add del mod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281"/>
        </pc:sldMkLst>
        <pc:spChg chg="mod">
          <ac:chgData name="Giuseppe Carteny" userId="6f3ddda2-1c62-49af-8fb6-e5022e6e3d27" providerId="ADAL" clId="{92497209-617C-449F-B9AE-33673A1D7D5D}" dt="2025-09-14T20:02:36.148" v="37" actId="27636"/>
          <ac:spMkLst>
            <pc:docMk/>
            <pc:sldMk cId="0" sldId="281"/>
            <ac:spMk id="206" creationId="{00000000-0000-0000-0000-000000000000}"/>
          </ac:spMkLst>
        </pc:spChg>
      </pc:sldChg>
      <pc:sldChg chg="modSp add del mod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282"/>
        </pc:sldMkLst>
        <pc:spChg chg="mod">
          <ac:chgData name="Giuseppe Carteny" userId="6f3ddda2-1c62-49af-8fb6-e5022e6e3d27" providerId="ADAL" clId="{92497209-617C-449F-B9AE-33673A1D7D5D}" dt="2025-09-14T20:02:36.164" v="38" actId="27636"/>
          <ac:spMkLst>
            <pc:docMk/>
            <pc:sldMk cId="0" sldId="282"/>
            <ac:spMk id="213" creationId="{00000000-0000-0000-0000-000000000000}"/>
          </ac:spMkLst>
        </pc:spChg>
      </pc:sldChg>
      <pc:sldChg chg="modSp add del mod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283"/>
        </pc:sldMkLst>
        <pc:spChg chg="mod">
          <ac:chgData name="Giuseppe Carteny" userId="6f3ddda2-1c62-49af-8fb6-e5022e6e3d27" providerId="ADAL" clId="{92497209-617C-449F-B9AE-33673A1D7D5D}" dt="2025-09-14T20:02:36.164" v="39" actId="27636"/>
          <ac:spMkLst>
            <pc:docMk/>
            <pc:sldMk cId="0" sldId="283"/>
            <ac:spMk id="219" creationId="{00000000-0000-0000-0000-000000000000}"/>
          </ac:spMkLst>
        </pc:spChg>
      </pc:sldChg>
      <pc:sldChg chg="modSp add del mod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284"/>
        </pc:sldMkLst>
        <pc:spChg chg="mod">
          <ac:chgData name="Giuseppe Carteny" userId="6f3ddda2-1c62-49af-8fb6-e5022e6e3d27" providerId="ADAL" clId="{92497209-617C-449F-B9AE-33673A1D7D5D}" dt="2025-09-14T20:02:36.177" v="40" actId="27636"/>
          <ac:spMkLst>
            <pc:docMk/>
            <pc:sldMk cId="0" sldId="284"/>
            <ac:spMk id="226" creationId="{00000000-0000-0000-0000-000000000000}"/>
          </ac:spMkLst>
        </pc:spChg>
        <pc:picChg chg="mod">
          <ac:chgData name="Giuseppe Carteny" userId="6f3ddda2-1c62-49af-8fb6-e5022e6e3d27" providerId="ADAL" clId="{92497209-617C-449F-B9AE-33673A1D7D5D}" dt="2025-09-14T19:58:35.332" v="1" actId="1076"/>
          <ac:picMkLst>
            <pc:docMk/>
            <pc:sldMk cId="0" sldId="284"/>
            <ac:picMk id="225" creationId="{00000000-0000-0000-0000-000000000000}"/>
          </ac:picMkLst>
        </pc:picChg>
      </pc:sldChg>
      <pc:sldChg chg="modSp add del mod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285"/>
        </pc:sldMkLst>
        <pc:spChg chg="mod">
          <ac:chgData name="Giuseppe Carteny" userId="6f3ddda2-1c62-49af-8fb6-e5022e6e3d27" providerId="ADAL" clId="{92497209-617C-449F-B9AE-33673A1D7D5D}" dt="2025-09-14T20:02:36.182" v="41" actId="27636"/>
          <ac:spMkLst>
            <pc:docMk/>
            <pc:sldMk cId="0" sldId="285"/>
            <ac:spMk id="232" creationId="{00000000-0000-0000-0000-000000000000}"/>
          </ac:spMkLst>
        </pc:spChg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286"/>
        </pc:sldMkLst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287"/>
        </pc:sldMkLst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288"/>
        </pc:sldMkLst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289"/>
        </pc:sldMkLst>
      </pc:sldChg>
      <pc:sldChg chg="modSp add del mod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290"/>
        </pc:sldMkLst>
        <pc:spChg chg="mod">
          <ac:chgData name="Giuseppe Carteny" userId="6f3ddda2-1c62-49af-8fb6-e5022e6e3d27" providerId="ADAL" clId="{92497209-617C-449F-B9AE-33673A1D7D5D}" dt="2025-09-14T20:02:36.204" v="42" actId="27636"/>
          <ac:spMkLst>
            <pc:docMk/>
            <pc:sldMk cId="0" sldId="290"/>
            <ac:spMk id="261" creationId="{00000000-0000-0000-0000-000000000000}"/>
          </ac:spMkLst>
        </pc:spChg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291"/>
        </pc:sldMkLst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292"/>
        </pc:sldMkLst>
      </pc:sldChg>
      <pc:sldChg chg="modSp add del mod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293"/>
        </pc:sldMkLst>
        <pc:spChg chg="mod">
          <ac:chgData name="Giuseppe Carteny" userId="6f3ddda2-1c62-49af-8fb6-e5022e6e3d27" providerId="ADAL" clId="{92497209-617C-449F-B9AE-33673A1D7D5D}" dt="2025-09-14T20:02:36.230" v="43" actId="27636"/>
          <ac:spMkLst>
            <pc:docMk/>
            <pc:sldMk cId="0" sldId="293"/>
            <ac:spMk id="279" creationId="{00000000-0000-0000-0000-000000000000}"/>
          </ac:spMkLst>
        </pc:spChg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294"/>
        </pc:sldMkLst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295"/>
        </pc:sldMkLst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296"/>
        </pc:sldMkLst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297"/>
        </pc:sldMkLst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298"/>
        </pc:sldMkLst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299"/>
        </pc:sldMkLst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300"/>
        </pc:sldMkLst>
      </pc:sldChg>
      <pc:sldChg chg="modSp add del mod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301"/>
        </pc:sldMkLst>
        <pc:spChg chg="mod">
          <ac:chgData name="Giuseppe Carteny" userId="6f3ddda2-1c62-49af-8fb6-e5022e6e3d27" providerId="ADAL" clId="{92497209-617C-449F-B9AE-33673A1D7D5D}" dt="2025-09-14T20:02:36.260" v="44" actId="27636"/>
          <ac:spMkLst>
            <pc:docMk/>
            <pc:sldMk cId="0" sldId="301"/>
            <ac:spMk id="330" creationId="{00000000-0000-0000-0000-000000000000}"/>
          </ac:spMkLst>
        </pc:spChg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302"/>
        </pc:sldMkLst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303"/>
        </pc:sldMkLst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304"/>
        </pc:sldMkLst>
      </pc:sldChg>
      <pc:sldChg chg="modSp add del mod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305"/>
        </pc:sldMkLst>
        <pc:spChg chg="mod">
          <ac:chgData name="Giuseppe Carteny" userId="6f3ddda2-1c62-49af-8fb6-e5022e6e3d27" providerId="ADAL" clId="{92497209-617C-449F-B9AE-33673A1D7D5D}" dt="2025-09-14T20:02:36.260" v="45" actId="27636"/>
          <ac:spMkLst>
            <pc:docMk/>
            <pc:sldMk cId="0" sldId="305"/>
            <ac:spMk id="354" creationId="{00000000-0000-0000-0000-000000000000}"/>
          </ac:spMkLst>
        </pc:spChg>
      </pc:sldChg>
      <pc:sldChg chg="modSp add del mod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306"/>
        </pc:sldMkLst>
        <pc:spChg chg="mod">
          <ac:chgData name="Giuseppe Carteny" userId="6f3ddda2-1c62-49af-8fb6-e5022e6e3d27" providerId="ADAL" clId="{92497209-617C-449F-B9AE-33673A1D7D5D}" dt="2025-09-14T20:02:36.260" v="46" actId="27636"/>
          <ac:spMkLst>
            <pc:docMk/>
            <pc:sldMk cId="0" sldId="306"/>
            <ac:spMk id="361" creationId="{00000000-0000-0000-0000-000000000000}"/>
          </ac:spMkLst>
        </pc:spChg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307"/>
        </pc:sldMkLst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308"/>
        </pc:sldMkLst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309"/>
        </pc:sldMkLst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310"/>
        </pc:sldMkLst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311"/>
        </pc:sldMkLst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312"/>
        </pc:sldMkLst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313"/>
        </pc:sldMkLst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314"/>
        </pc:sldMkLst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315"/>
        </pc:sldMkLst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316"/>
        </pc:sldMkLst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317"/>
        </pc:sldMkLst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318"/>
        </pc:sldMkLst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319"/>
        </pc:sldMkLst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320"/>
        </pc:sldMkLst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321"/>
        </pc:sldMkLst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322"/>
        </pc:sldMkLst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323"/>
        </pc:sldMkLst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324"/>
        </pc:sldMkLst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325"/>
        </pc:sldMkLst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326"/>
        </pc:sldMkLst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327"/>
        </pc:sldMkLst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328"/>
        </pc:sldMkLst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329"/>
        </pc:sldMkLst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330"/>
        </pc:sldMkLst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331"/>
        </pc:sldMkLst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332"/>
        </pc:sldMkLst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333"/>
        </pc:sldMkLst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334"/>
        </pc:sldMkLst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335"/>
        </pc:sldMkLst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336"/>
        </pc:sldMkLst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337"/>
        </pc:sldMkLst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338"/>
        </pc:sldMkLst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339"/>
        </pc:sldMkLst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340"/>
        </pc:sldMkLst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341"/>
        </pc:sldMkLst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342"/>
        </pc:sldMkLst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343"/>
        </pc:sldMkLst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344"/>
        </pc:sldMkLst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345"/>
        </pc:sldMkLst>
      </pc:sldChg>
      <pc:sldChg chg="add del">
        <pc:chgData name="Giuseppe Carteny" userId="6f3ddda2-1c62-49af-8fb6-e5022e6e3d27" providerId="ADAL" clId="{92497209-617C-449F-B9AE-33673A1D7D5D}" dt="2025-09-15T08:34:13.889" v="388" actId="47"/>
        <pc:sldMkLst>
          <pc:docMk/>
          <pc:sldMk cId="0" sldId="346"/>
        </pc:sldMkLst>
      </pc:sldChg>
      <pc:sldChg chg="modSp add del mod ord">
        <pc:chgData name="Giuseppe Carteny" userId="6f3ddda2-1c62-49af-8fb6-e5022e6e3d27" providerId="ADAL" clId="{92497209-617C-449F-B9AE-33673A1D7D5D}" dt="2025-09-15T08:37:37.424" v="769" actId="20577"/>
        <pc:sldMkLst>
          <pc:docMk/>
          <pc:sldMk cId="0" sldId="347"/>
        </pc:sldMkLst>
        <pc:spChg chg="mod">
          <ac:chgData name="Giuseppe Carteny" userId="6f3ddda2-1c62-49af-8fb6-e5022e6e3d27" providerId="ADAL" clId="{92497209-617C-449F-B9AE-33673A1D7D5D}" dt="2025-09-15T08:37:37.424" v="769" actId="20577"/>
          <ac:spMkLst>
            <pc:docMk/>
            <pc:sldMk cId="0" sldId="347"/>
            <ac:spMk id="616" creationId="{00000000-0000-0000-0000-000000000000}"/>
          </ac:spMkLst>
        </pc:spChg>
      </pc:sldChg>
      <pc:sldChg chg="addSp delSp modSp add del mod modAnim">
        <pc:chgData name="Giuseppe Carteny" userId="6f3ddda2-1c62-49af-8fb6-e5022e6e3d27" providerId="ADAL" clId="{92497209-617C-449F-B9AE-33673A1D7D5D}" dt="2025-09-14T20:41:47.194" v="95" actId="47"/>
        <pc:sldMkLst>
          <pc:docMk/>
          <pc:sldMk cId="313184441" sldId="348"/>
        </pc:sldMkLst>
        <pc:spChg chg="add del mod">
          <ac:chgData name="Giuseppe Carteny" userId="6f3ddda2-1c62-49af-8fb6-e5022e6e3d27" providerId="ADAL" clId="{92497209-617C-449F-B9AE-33673A1D7D5D}" dt="2025-09-14T20:03:19.306" v="53" actId="478"/>
          <ac:spMkLst>
            <pc:docMk/>
            <pc:sldMk cId="313184441" sldId="348"/>
            <ac:spMk id="3" creationId="{14881548-5E16-4F72-8A8F-C4A593D4A782}"/>
          </ac:spMkLst>
        </pc:spChg>
        <pc:spChg chg="add del mod">
          <ac:chgData name="Giuseppe Carteny" userId="6f3ddda2-1c62-49af-8fb6-e5022e6e3d27" providerId="ADAL" clId="{92497209-617C-449F-B9AE-33673A1D7D5D}" dt="2025-09-14T20:03:09.492" v="50"/>
          <ac:spMkLst>
            <pc:docMk/>
            <pc:sldMk cId="313184441" sldId="348"/>
            <ac:spMk id="6" creationId="{1FC6F8C2-BBBA-49E8-90C0-291984B6F35A}"/>
          </ac:spMkLst>
        </pc:spChg>
        <pc:spChg chg="add del mod">
          <ac:chgData name="Giuseppe Carteny" userId="6f3ddda2-1c62-49af-8fb6-e5022e6e3d27" providerId="ADAL" clId="{92497209-617C-449F-B9AE-33673A1D7D5D}" dt="2025-09-14T20:03:09.492" v="50"/>
          <ac:spMkLst>
            <pc:docMk/>
            <pc:sldMk cId="313184441" sldId="348"/>
            <ac:spMk id="7" creationId="{1D561A63-D1F3-46C8-9B2D-7FA486DB7D51}"/>
          </ac:spMkLst>
        </pc:spChg>
        <pc:spChg chg="add del mod">
          <ac:chgData name="Giuseppe Carteny" userId="6f3ddda2-1c62-49af-8fb6-e5022e6e3d27" providerId="ADAL" clId="{92497209-617C-449F-B9AE-33673A1D7D5D}" dt="2025-09-14T20:03:09.492" v="50"/>
          <ac:spMkLst>
            <pc:docMk/>
            <pc:sldMk cId="313184441" sldId="348"/>
            <ac:spMk id="8" creationId="{CE621DE0-C54A-4002-B594-35A9E807DFA0}"/>
          </ac:spMkLst>
        </pc:spChg>
        <pc:spChg chg="add del mod">
          <ac:chgData name="Giuseppe Carteny" userId="6f3ddda2-1c62-49af-8fb6-e5022e6e3d27" providerId="ADAL" clId="{92497209-617C-449F-B9AE-33673A1D7D5D}" dt="2025-09-14T20:03:09.492" v="50"/>
          <ac:spMkLst>
            <pc:docMk/>
            <pc:sldMk cId="313184441" sldId="348"/>
            <ac:spMk id="9" creationId="{068C8B9C-515F-47B2-8674-301B60615853}"/>
          </ac:spMkLst>
        </pc:spChg>
        <pc:spChg chg="add del mod">
          <ac:chgData name="Giuseppe Carteny" userId="6f3ddda2-1c62-49af-8fb6-e5022e6e3d27" providerId="ADAL" clId="{92497209-617C-449F-B9AE-33673A1D7D5D}" dt="2025-09-14T20:03:09.492" v="50"/>
          <ac:spMkLst>
            <pc:docMk/>
            <pc:sldMk cId="313184441" sldId="348"/>
            <ac:spMk id="10" creationId="{CF209B6D-4044-433E-A4F2-BA25E4AD30CB}"/>
          </ac:spMkLst>
        </pc:spChg>
        <pc:spChg chg="add del mod">
          <ac:chgData name="Giuseppe Carteny" userId="6f3ddda2-1c62-49af-8fb6-e5022e6e3d27" providerId="ADAL" clId="{92497209-617C-449F-B9AE-33673A1D7D5D}" dt="2025-09-14T20:03:09.492" v="50"/>
          <ac:spMkLst>
            <pc:docMk/>
            <pc:sldMk cId="313184441" sldId="348"/>
            <ac:spMk id="11" creationId="{67A982D6-B979-4608-862B-50C11CE5952D}"/>
          </ac:spMkLst>
        </pc:spChg>
        <pc:spChg chg="add del mod">
          <ac:chgData name="Giuseppe Carteny" userId="6f3ddda2-1c62-49af-8fb6-e5022e6e3d27" providerId="ADAL" clId="{92497209-617C-449F-B9AE-33673A1D7D5D}" dt="2025-09-14T20:03:09.492" v="50"/>
          <ac:spMkLst>
            <pc:docMk/>
            <pc:sldMk cId="313184441" sldId="348"/>
            <ac:spMk id="12" creationId="{CADDE5C9-832F-4F90-B573-376EF7C66C57}"/>
          </ac:spMkLst>
        </pc:spChg>
        <pc:spChg chg="add del mod">
          <ac:chgData name="Giuseppe Carteny" userId="6f3ddda2-1c62-49af-8fb6-e5022e6e3d27" providerId="ADAL" clId="{92497209-617C-449F-B9AE-33673A1D7D5D}" dt="2025-09-14T20:03:09.492" v="50"/>
          <ac:spMkLst>
            <pc:docMk/>
            <pc:sldMk cId="313184441" sldId="348"/>
            <ac:spMk id="16" creationId="{9E12F38C-1540-4EDA-8FC5-E9DDCD5F7001}"/>
          </ac:spMkLst>
        </pc:spChg>
        <pc:spChg chg="add del mod">
          <ac:chgData name="Giuseppe Carteny" userId="6f3ddda2-1c62-49af-8fb6-e5022e6e3d27" providerId="ADAL" clId="{92497209-617C-449F-B9AE-33673A1D7D5D}" dt="2025-09-14T20:03:09.492" v="50"/>
          <ac:spMkLst>
            <pc:docMk/>
            <pc:sldMk cId="313184441" sldId="348"/>
            <ac:spMk id="23" creationId="{AEBE3CE6-7435-488F-948A-7CDFFD75E94F}"/>
          </ac:spMkLst>
        </pc:spChg>
        <pc:spChg chg="add del mod">
          <ac:chgData name="Giuseppe Carteny" userId="6f3ddda2-1c62-49af-8fb6-e5022e6e3d27" providerId="ADAL" clId="{92497209-617C-449F-B9AE-33673A1D7D5D}" dt="2025-09-14T20:03:09.492" v="50"/>
          <ac:spMkLst>
            <pc:docMk/>
            <pc:sldMk cId="313184441" sldId="348"/>
            <ac:spMk id="24" creationId="{A2830541-CD9F-4CC1-B8BF-E489C58EA7EF}"/>
          </ac:spMkLst>
        </pc:spChg>
        <pc:spChg chg="add del mod">
          <ac:chgData name="Giuseppe Carteny" userId="6f3ddda2-1c62-49af-8fb6-e5022e6e3d27" providerId="ADAL" clId="{92497209-617C-449F-B9AE-33673A1D7D5D}" dt="2025-09-14T20:03:09.492" v="50"/>
          <ac:spMkLst>
            <pc:docMk/>
            <pc:sldMk cId="313184441" sldId="348"/>
            <ac:spMk id="25" creationId="{4473E170-2205-4D62-AD3F-02091F49AA86}"/>
          </ac:spMkLst>
        </pc:spChg>
        <pc:spChg chg="add del mod">
          <ac:chgData name="Giuseppe Carteny" userId="6f3ddda2-1c62-49af-8fb6-e5022e6e3d27" providerId="ADAL" clId="{92497209-617C-449F-B9AE-33673A1D7D5D}" dt="2025-09-14T20:03:09.492" v="50"/>
          <ac:spMkLst>
            <pc:docMk/>
            <pc:sldMk cId="313184441" sldId="348"/>
            <ac:spMk id="26" creationId="{05DFD8E7-F2ED-4E5E-A7CA-A0F8D5365851}"/>
          </ac:spMkLst>
        </pc:spChg>
        <pc:spChg chg="add del mod">
          <ac:chgData name="Giuseppe Carteny" userId="6f3ddda2-1c62-49af-8fb6-e5022e6e3d27" providerId="ADAL" clId="{92497209-617C-449F-B9AE-33673A1D7D5D}" dt="2025-09-14T20:03:09.492" v="50"/>
          <ac:spMkLst>
            <pc:docMk/>
            <pc:sldMk cId="313184441" sldId="348"/>
            <ac:spMk id="27" creationId="{B3FFF254-161A-494A-80D6-44A044134B98}"/>
          </ac:spMkLst>
        </pc:spChg>
        <pc:spChg chg="add del mod">
          <ac:chgData name="Giuseppe Carteny" userId="6f3ddda2-1c62-49af-8fb6-e5022e6e3d27" providerId="ADAL" clId="{92497209-617C-449F-B9AE-33673A1D7D5D}" dt="2025-09-14T20:03:15.207" v="52"/>
          <ac:spMkLst>
            <pc:docMk/>
            <pc:sldMk cId="313184441" sldId="348"/>
            <ac:spMk id="30" creationId="{E4E0572C-8577-4D3D-BB0B-F765E54EB967}"/>
          </ac:spMkLst>
        </pc:spChg>
        <pc:spChg chg="add del mod">
          <ac:chgData name="Giuseppe Carteny" userId="6f3ddda2-1c62-49af-8fb6-e5022e6e3d27" providerId="ADAL" clId="{92497209-617C-449F-B9AE-33673A1D7D5D}" dt="2025-09-14T20:03:15.207" v="52"/>
          <ac:spMkLst>
            <pc:docMk/>
            <pc:sldMk cId="313184441" sldId="348"/>
            <ac:spMk id="31" creationId="{7313205F-D613-4CC9-8E4B-D05BED979539}"/>
          </ac:spMkLst>
        </pc:spChg>
        <pc:spChg chg="add del mod">
          <ac:chgData name="Giuseppe Carteny" userId="6f3ddda2-1c62-49af-8fb6-e5022e6e3d27" providerId="ADAL" clId="{92497209-617C-449F-B9AE-33673A1D7D5D}" dt="2025-09-14T20:03:15.207" v="52"/>
          <ac:spMkLst>
            <pc:docMk/>
            <pc:sldMk cId="313184441" sldId="348"/>
            <ac:spMk id="32" creationId="{6F5ED9B6-C83A-4DCA-9EA2-01F1B8B99AC9}"/>
          </ac:spMkLst>
        </pc:spChg>
        <pc:spChg chg="add del mod">
          <ac:chgData name="Giuseppe Carteny" userId="6f3ddda2-1c62-49af-8fb6-e5022e6e3d27" providerId="ADAL" clId="{92497209-617C-449F-B9AE-33673A1D7D5D}" dt="2025-09-14T20:03:15.207" v="52"/>
          <ac:spMkLst>
            <pc:docMk/>
            <pc:sldMk cId="313184441" sldId="348"/>
            <ac:spMk id="33" creationId="{2ADEDDBA-AD4E-4C68-A370-02AD1E6112D7}"/>
          </ac:spMkLst>
        </pc:spChg>
        <pc:spChg chg="add del mod">
          <ac:chgData name="Giuseppe Carteny" userId="6f3ddda2-1c62-49af-8fb6-e5022e6e3d27" providerId="ADAL" clId="{92497209-617C-449F-B9AE-33673A1D7D5D}" dt="2025-09-14T20:03:15.207" v="52"/>
          <ac:spMkLst>
            <pc:docMk/>
            <pc:sldMk cId="313184441" sldId="348"/>
            <ac:spMk id="34" creationId="{124B1A15-19B1-48E2-98CC-2E33CBFD5A6C}"/>
          </ac:spMkLst>
        </pc:spChg>
        <pc:spChg chg="add del mod">
          <ac:chgData name="Giuseppe Carteny" userId="6f3ddda2-1c62-49af-8fb6-e5022e6e3d27" providerId="ADAL" clId="{92497209-617C-449F-B9AE-33673A1D7D5D}" dt="2025-09-14T20:03:15.207" v="52"/>
          <ac:spMkLst>
            <pc:docMk/>
            <pc:sldMk cId="313184441" sldId="348"/>
            <ac:spMk id="35" creationId="{F3104438-4CFD-4429-B47E-B6F4784CF306}"/>
          </ac:spMkLst>
        </pc:spChg>
        <pc:spChg chg="add del mod">
          <ac:chgData name="Giuseppe Carteny" userId="6f3ddda2-1c62-49af-8fb6-e5022e6e3d27" providerId="ADAL" clId="{92497209-617C-449F-B9AE-33673A1D7D5D}" dt="2025-09-14T20:03:15.207" v="52"/>
          <ac:spMkLst>
            <pc:docMk/>
            <pc:sldMk cId="313184441" sldId="348"/>
            <ac:spMk id="36" creationId="{61FE9FA5-53D1-4111-9658-93CA28D6598D}"/>
          </ac:spMkLst>
        </pc:spChg>
        <pc:spChg chg="add del mod">
          <ac:chgData name="Giuseppe Carteny" userId="6f3ddda2-1c62-49af-8fb6-e5022e6e3d27" providerId="ADAL" clId="{92497209-617C-449F-B9AE-33673A1D7D5D}" dt="2025-09-14T20:03:15.207" v="52"/>
          <ac:spMkLst>
            <pc:docMk/>
            <pc:sldMk cId="313184441" sldId="348"/>
            <ac:spMk id="37" creationId="{C364E6D0-EE3E-4CD8-8B65-07422264E119}"/>
          </ac:spMkLst>
        </pc:spChg>
        <pc:spChg chg="add del mod">
          <ac:chgData name="Giuseppe Carteny" userId="6f3ddda2-1c62-49af-8fb6-e5022e6e3d27" providerId="ADAL" clId="{92497209-617C-449F-B9AE-33673A1D7D5D}" dt="2025-09-14T20:03:15.207" v="52"/>
          <ac:spMkLst>
            <pc:docMk/>
            <pc:sldMk cId="313184441" sldId="348"/>
            <ac:spMk id="41" creationId="{6DF76B9E-4DC6-46C3-B8BD-38AF903CD48E}"/>
          </ac:spMkLst>
        </pc:spChg>
        <pc:spChg chg="add del mod">
          <ac:chgData name="Giuseppe Carteny" userId="6f3ddda2-1c62-49af-8fb6-e5022e6e3d27" providerId="ADAL" clId="{92497209-617C-449F-B9AE-33673A1D7D5D}" dt="2025-09-14T20:03:15.207" v="52"/>
          <ac:spMkLst>
            <pc:docMk/>
            <pc:sldMk cId="313184441" sldId="348"/>
            <ac:spMk id="48" creationId="{FE436844-A6A1-4EB4-BA31-9AFE81ED686C}"/>
          </ac:spMkLst>
        </pc:spChg>
        <pc:spChg chg="add del mod">
          <ac:chgData name="Giuseppe Carteny" userId="6f3ddda2-1c62-49af-8fb6-e5022e6e3d27" providerId="ADAL" clId="{92497209-617C-449F-B9AE-33673A1D7D5D}" dt="2025-09-14T20:03:15.207" v="52"/>
          <ac:spMkLst>
            <pc:docMk/>
            <pc:sldMk cId="313184441" sldId="348"/>
            <ac:spMk id="49" creationId="{D5B44257-F48E-41C5-9D6A-2236B4C75C59}"/>
          </ac:spMkLst>
        </pc:spChg>
        <pc:spChg chg="add del mod">
          <ac:chgData name="Giuseppe Carteny" userId="6f3ddda2-1c62-49af-8fb6-e5022e6e3d27" providerId="ADAL" clId="{92497209-617C-449F-B9AE-33673A1D7D5D}" dt="2025-09-14T20:03:15.207" v="52"/>
          <ac:spMkLst>
            <pc:docMk/>
            <pc:sldMk cId="313184441" sldId="348"/>
            <ac:spMk id="50" creationId="{4A27363E-0FCA-4A1B-A1A5-2FB03C0B4BF4}"/>
          </ac:spMkLst>
        </pc:spChg>
        <pc:spChg chg="add del mod">
          <ac:chgData name="Giuseppe Carteny" userId="6f3ddda2-1c62-49af-8fb6-e5022e6e3d27" providerId="ADAL" clId="{92497209-617C-449F-B9AE-33673A1D7D5D}" dt="2025-09-14T20:03:15.207" v="52"/>
          <ac:spMkLst>
            <pc:docMk/>
            <pc:sldMk cId="313184441" sldId="348"/>
            <ac:spMk id="51" creationId="{5CE060D7-D7EA-41D1-9876-EF97DA015A38}"/>
          </ac:spMkLst>
        </pc:spChg>
        <pc:spChg chg="add del mod">
          <ac:chgData name="Giuseppe Carteny" userId="6f3ddda2-1c62-49af-8fb6-e5022e6e3d27" providerId="ADAL" clId="{92497209-617C-449F-B9AE-33673A1D7D5D}" dt="2025-09-14T20:03:15.207" v="52"/>
          <ac:spMkLst>
            <pc:docMk/>
            <pc:sldMk cId="313184441" sldId="348"/>
            <ac:spMk id="52" creationId="{258FF99F-2965-4FDD-8A7C-5784570501B6}"/>
          </ac:spMkLst>
        </pc:spChg>
        <pc:spChg chg="add mod">
          <ac:chgData name="Giuseppe Carteny" userId="6f3ddda2-1c62-49af-8fb6-e5022e6e3d27" providerId="ADAL" clId="{92497209-617C-449F-B9AE-33673A1D7D5D}" dt="2025-09-14T20:04:45.026" v="76" actId="1076"/>
          <ac:spMkLst>
            <pc:docMk/>
            <pc:sldMk cId="313184441" sldId="348"/>
            <ac:spMk id="55" creationId="{77FA7225-F523-4ADD-8DF3-D9288CA9313E}"/>
          </ac:spMkLst>
        </pc:spChg>
        <pc:spChg chg="add mod">
          <ac:chgData name="Giuseppe Carteny" userId="6f3ddda2-1c62-49af-8fb6-e5022e6e3d27" providerId="ADAL" clId="{92497209-617C-449F-B9AE-33673A1D7D5D}" dt="2025-09-14T20:03:35.273" v="57" actId="1076"/>
          <ac:spMkLst>
            <pc:docMk/>
            <pc:sldMk cId="313184441" sldId="348"/>
            <ac:spMk id="56" creationId="{68B5999C-768C-46FB-84A4-FE152D1F0D96}"/>
          </ac:spMkLst>
        </pc:spChg>
        <pc:spChg chg="add mod">
          <ac:chgData name="Giuseppe Carteny" userId="6f3ddda2-1c62-49af-8fb6-e5022e6e3d27" providerId="ADAL" clId="{92497209-617C-449F-B9AE-33673A1D7D5D}" dt="2025-09-14T20:03:22.693" v="56" actId="14100"/>
          <ac:spMkLst>
            <pc:docMk/>
            <pc:sldMk cId="313184441" sldId="348"/>
            <ac:spMk id="57" creationId="{18709405-9875-4DA8-A547-8FDB75E95FE8}"/>
          </ac:spMkLst>
        </pc:spChg>
        <pc:spChg chg="add mod">
          <ac:chgData name="Giuseppe Carteny" userId="6f3ddda2-1c62-49af-8fb6-e5022e6e3d27" providerId="ADAL" clId="{92497209-617C-449F-B9AE-33673A1D7D5D}" dt="2025-09-14T20:04:35.317" v="74" actId="1076"/>
          <ac:spMkLst>
            <pc:docMk/>
            <pc:sldMk cId="313184441" sldId="348"/>
            <ac:spMk id="58" creationId="{0928432F-90E4-4DC7-8599-B47D999B7EF2}"/>
          </ac:spMkLst>
        </pc:spChg>
        <pc:spChg chg="add mod">
          <ac:chgData name="Giuseppe Carteny" userId="6f3ddda2-1c62-49af-8fb6-e5022e6e3d27" providerId="ADAL" clId="{92497209-617C-449F-B9AE-33673A1D7D5D}" dt="2025-09-14T20:04:35.317" v="74" actId="1076"/>
          <ac:spMkLst>
            <pc:docMk/>
            <pc:sldMk cId="313184441" sldId="348"/>
            <ac:spMk id="59" creationId="{A6B0C8B1-C655-4248-9C33-30AFC216A3BA}"/>
          </ac:spMkLst>
        </pc:spChg>
        <pc:spChg chg="add mod">
          <ac:chgData name="Giuseppe Carteny" userId="6f3ddda2-1c62-49af-8fb6-e5022e6e3d27" providerId="ADAL" clId="{92497209-617C-449F-B9AE-33673A1D7D5D}" dt="2025-09-14T20:03:22.693" v="56" actId="14100"/>
          <ac:spMkLst>
            <pc:docMk/>
            <pc:sldMk cId="313184441" sldId="348"/>
            <ac:spMk id="60" creationId="{10F61043-3285-4D65-86F3-699A9D16F9D7}"/>
          </ac:spMkLst>
        </pc:spChg>
        <pc:spChg chg="add mod">
          <ac:chgData name="Giuseppe Carteny" userId="6f3ddda2-1c62-49af-8fb6-e5022e6e3d27" providerId="ADAL" clId="{92497209-617C-449F-B9AE-33673A1D7D5D}" dt="2025-09-14T20:05:16.248" v="85" actId="1076"/>
          <ac:spMkLst>
            <pc:docMk/>
            <pc:sldMk cId="313184441" sldId="348"/>
            <ac:spMk id="61" creationId="{6DB2A957-C869-4686-8825-C0E439B3FC53}"/>
          </ac:spMkLst>
        </pc:spChg>
        <pc:spChg chg="add mod">
          <ac:chgData name="Giuseppe Carteny" userId="6f3ddda2-1c62-49af-8fb6-e5022e6e3d27" providerId="ADAL" clId="{92497209-617C-449F-B9AE-33673A1D7D5D}" dt="2025-09-14T20:05:16.248" v="85" actId="1076"/>
          <ac:spMkLst>
            <pc:docMk/>
            <pc:sldMk cId="313184441" sldId="348"/>
            <ac:spMk id="62" creationId="{79E06531-E86A-454A-96FE-9B49F1EF1D3E}"/>
          </ac:spMkLst>
        </pc:spChg>
        <pc:spChg chg="add mod">
          <ac:chgData name="Giuseppe Carteny" userId="6f3ddda2-1c62-49af-8fb6-e5022e6e3d27" providerId="ADAL" clId="{92497209-617C-449F-B9AE-33673A1D7D5D}" dt="2025-09-14T20:04:41.278" v="75" actId="1076"/>
          <ac:spMkLst>
            <pc:docMk/>
            <pc:sldMk cId="313184441" sldId="348"/>
            <ac:spMk id="66" creationId="{8BA2B975-7991-4219-837C-B70BFD85B29E}"/>
          </ac:spMkLst>
        </pc:spChg>
        <pc:spChg chg="add mod">
          <ac:chgData name="Giuseppe Carteny" userId="6f3ddda2-1c62-49af-8fb6-e5022e6e3d27" providerId="ADAL" clId="{92497209-617C-449F-B9AE-33673A1D7D5D}" dt="2025-09-14T20:03:22.693" v="56" actId="14100"/>
          <ac:spMkLst>
            <pc:docMk/>
            <pc:sldMk cId="313184441" sldId="348"/>
            <ac:spMk id="73" creationId="{B0FEF8BC-9BD2-46FD-BA4F-2068BD0A053C}"/>
          </ac:spMkLst>
        </pc:spChg>
        <pc:spChg chg="add mod">
          <ac:chgData name="Giuseppe Carteny" userId="6f3ddda2-1c62-49af-8fb6-e5022e6e3d27" providerId="ADAL" clId="{92497209-617C-449F-B9AE-33673A1D7D5D}" dt="2025-09-14T20:03:22.693" v="56" actId="14100"/>
          <ac:spMkLst>
            <pc:docMk/>
            <pc:sldMk cId="313184441" sldId="348"/>
            <ac:spMk id="74" creationId="{44FC5286-F134-4146-BA7F-B3C7ADA13ED5}"/>
          </ac:spMkLst>
        </pc:spChg>
        <pc:spChg chg="add mod">
          <ac:chgData name="Giuseppe Carteny" userId="6f3ddda2-1c62-49af-8fb6-e5022e6e3d27" providerId="ADAL" clId="{92497209-617C-449F-B9AE-33673A1D7D5D}" dt="2025-09-14T20:03:22.693" v="56" actId="14100"/>
          <ac:spMkLst>
            <pc:docMk/>
            <pc:sldMk cId="313184441" sldId="348"/>
            <ac:spMk id="75" creationId="{CB2D945E-370E-44CB-B941-87C311042215}"/>
          </ac:spMkLst>
        </pc:spChg>
        <pc:spChg chg="add mod">
          <ac:chgData name="Giuseppe Carteny" userId="6f3ddda2-1c62-49af-8fb6-e5022e6e3d27" providerId="ADAL" clId="{92497209-617C-449F-B9AE-33673A1D7D5D}" dt="2025-09-14T20:03:22.693" v="56" actId="14100"/>
          <ac:spMkLst>
            <pc:docMk/>
            <pc:sldMk cId="313184441" sldId="348"/>
            <ac:spMk id="76" creationId="{C4F86084-FB58-4CC6-A365-52BDD59ECEBB}"/>
          </ac:spMkLst>
        </pc:spChg>
        <pc:spChg chg="add mod">
          <ac:chgData name="Giuseppe Carteny" userId="6f3ddda2-1c62-49af-8fb6-e5022e6e3d27" providerId="ADAL" clId="{92497209-617C-449F-B9AE-33673A1D7D5D}" dt="2025-09-14T20:05:10.169" v="84" actId="14100"/>
          <ac:spMkLst>
            <pc:docMk/>
            <pc:sldMk cId="313184441" sldId="348"/>
            <ac:spMk id="77" creationId="{07DD3421-51AD-4303-B45D-65469F3B7978}"/>
          </ac:spMkLst>
        </pc:spChg>
        <pc:spChg chg="add mod">
          <ac:chgData name="Giuseppe Carteny" userId="6f3ddda2-1c62-49af-8fb6-e5022e6e3d27" providerId="ADAL" clId="{92497209-617C-449F-B9AE-33673A1D7D5D}" dt="2025-09-14T20:03:22.693" v="56" actId="14100"/>
          <ac:spMkLst>
            <pc:docMk/>
            <pc:sldMk cId="313184441" sldId="348"/>
            <ac:spMk id="78" creationId="{F509384E-80C1-4113-8B67-5CD82C3AE75E}"/>
          </ac:spMkLst>
        </pc:spChg>
        <pc:spChg chg="add del mod">
          <ac:chgData name="Giuseppe Carteny" userId="6f3ddda2-1c62-49af-8fb6-e5022e6e3d27" providerId="ADAL" clId="{92497209-617C-449F-B9AE-33673A1D7D5D}" dt="2025-09-14T20:04:52.210" v="78"/>
          <ac:spMkLst>
            <pc:docMk/>
            <pc:sldMk cId="313184441" sldId="348"/>
            <ac:spMk id="108" creationId="{63556A43-234D-4BD7-BFF7-03A4C765D066}"/>
          </ac:spMkLst>
        </pc:spChg>
        <pc:spChg chg="add del mod">
          <ac:chgData name="Giuseppe Carteny" userId="6f3ddda2-1c62-49af-8fb6-e5022e6e3d27" providerId="ADAL" clId="{92497209-617C-449F-B9AE-33673A1D7D5D}" dt="2025-09-14T20:04:52.210" v="78"/>
          <ac:spMkLst>
            <pc:docMk/>
            <pc:sldMk cId="313184441" sldId="348"/>
            <ac:spMk id="109" creationId="{0E04BACA-98F6-4951-9AC6-C417DD2523BE}"/>
          </ac:spMkLst>
        </pc:spChg>
        <pc:spChg chg="add del mod">
          <ac:chgData name="Giuseppe Carteny" userId="6f3ddda2-1c62-49af-8fb6-e5022e6e3d27" providerId="ADAL" clId="{92497209-617C-449F-B9AE-33673A1D7D5D}" dt="2025-09-14T20:04:52.210" v="78"/>
          <ac:spMkLst>
            <pc:docMk/>
            <pc:sldMk cId="313184441" sldId="348"/>
            <ac:spMk id="110" creationId="{3CB2B56B-0DA3-4048-9D3F-6738E04E7CDD}"/>
          </ac:spMkLst>
        </pc:spChg>
        <pc:spChg chg="add del mod">
          <ac:chgData name="Giuseppe Carteny" userId="6f3ddda2-1c62-49af-8fb6-e5022e6e3d27" providerId="ADAL" clId="{92497209-617C-449F-B9AE-33673A1D7D5D}" dt="2025-09-14T20:04:52.210" v="78"/>
          <ac:spMkLst>
            <pc:docMk/>
            <pc:sldMk cId="313184441" sldId="348"/>
            <ac:spMk id="111" creationId="{48C58991-7311-47CD-80A7-742E795C0600}"/>
          </ac:spMkLst>
        </pc:spChg>
        <pc:spChg chg="add del mod">
          <ac:chgData name="Giuseppe Carteny" userId="6f3ddda2-1c62-49af-8fb6-e5022e6e3d27" providerId="ADAL" clId="{92497209-617C-449F-B9AE-33673A1D7D5D}" dt="2025-09-14T20:04:52.210" v="78"/>
          <ac:spMkLst>
            <pc:docMk/>
            <pc:sldMk cId="313184441" sldId="348"/>
            <ac:spMk id="112" creationId="{9BE0732D-5F67-4776-8BCC-4463CDE85F05}"/>
          </ac:spMkLst>
        </pc:spChg>
        <pc:spChg chg="add del mod">
          <ac:chgData name="Giuseppe Carteny" userId="6f3ddda2-1c62-49af-8fb6-e5022e6e3d27" providerId="ADAL" clId="{92497209-617C-449F-B9AE-33673A1D7D5D}" dt="2025-09-14T20:04:52.210" v="78"/>
          <ac:spMkLst>
            <pc:docMk/>
            <pc:sldMk cId="313184441" sldId="348"/>
            <ac:spMk id="113" creationId="{8671594E-4D7E-4702-A96F-21C6453A754D}"/>
          </ac:spMkLst>
        </pc:spChg>
        <pc:spChg chg="add del mod">
          <ac:chgData name="Giuseppe Carteny" userId="6f3ddda2-1c62-49af-8fb6-e5022e6e3d27" providerId="ADAL" clId="{92497209-617C-449F-B9AE-33673A1D7D5D}" dt="2025-09-14T20:04:52.210" v="78"/>
          <ac:spMkLst>
            <pc:docMk/>
            <pc:sldMk cId="313184441" sldId="348"/>
            <ac:spMk id="114" creationId="{6209D1A9-FC0D-488A-8D29-530EB08802E2}"/>
          </ac:spMkLst>
        </pc:spChg>
        <pc:spChg chg="add del mod">
          <ac:chgData name="Giuseppe Carteny" userId="6f3ddda2-1c62-49af-8fb6-e5022e6e3d27" providerId="ADAL" clId="{92497209-617C-449F-B9AE-33673A1D7D5D}" dt="2025-09-14T20:04:52.210" v="78"/>
          <ac:spMkLst>
            <pc:docMk/>
            <pc:sldMk cId="313184441" sldId="348"/>
            <ac:spMk id="115" creationId="{3D5A121A-C810-4845-B743-20D30BED916C}"/>
          </ac:spMkLst>
        </pc:spChg>
        <pc:spChg chg="add del mod">
          <ac:chgData name="Giuseppe Carteny" userId="6f3ddda2-1c62-49af-8fb6-e5022e6e3d27" providerId="ADAL" clId="{92497209-617C-449F-B9AE-33673A1D7D5D}" dt="2025-09-14T20:04:52.210" v="78"/>
          <ac:spMkLst>
            <pc:docMk/>
            <pc:sldMk cId="313184441" sldId="348"/>
            <ac:spMk id="116" creationId="{9F6F4460-6C7A-4A2C-8EB0-C48D8FB79962}"/>
          </ac:spMkLst>
        </pc:spChg>
        <pc:spChg chg="add del mod">
          <ac:chgData name="Giuseppe Carteny" userId="6f3ddda2-1c62-49af-8fb6-e5022e6e3d27" providerId="ADAL" clId="{92497209-617C-449F-B9AE-33673A1D7D5D}" dt="2025-09-14T20:04:52.210" v="78"/>
          <ac:spMkLst>
            <pc:docMk/>
            <pc:sldMk cId="313184441" sldId="348"/>
            <ac:spMk id="120" creationId="{42A6E397-D825-4AEE-A929-969D46344670}"/>
          </ac:spMkLst>
        </pc:spChg>
        <pc:spChg chg="add del mod">
          <ac:chgData name="Giuseppe Carteny" userId="6f3ddda2-1c62-49af-8fb6-e5022e6e3d27" providerId="ADAL" clId="{92497209-617C-449F-B9AE-33673A1D7D5D}" dt="2025-09-14T20:04:52.210" v="78"/>
          <ac:spMkLst>
            <pc:docMk/>
            <pc:sldMk cId="313184441" sldId="348"/>
            <ac:spMk id="127" creationId="{DD61F582-1551-4DC1-A8CD-B07A12AE11A7}"/>
          </ac:spMkLst>
        </pc:spChg>
        <pc:spChg chg="add del mod">
          <ac:chgData name="Giuseppe Carteny" userId="6f3ddda2-1c62-49af-8fb6-e5022e6e3d27" providerId="ADAL" clId="{92497209-617C-449F-B9AE-33673A1D7D5D}" dt="2025-09-14T20:04:52.210" v="78"/>
          <ac:spMkLst>
            <pc:docMk/>
            <pc:sldMk cId="313184441" sldId="348"/>
            <ac:spMk id="128" creationId="{25DC14A7-5823-4C58-A919-C1235AF77A86}"/>
          </ac:spMkLst>
        </pc:spChg>
        <pc:spChg chg="add del mod">
          <ac:chgData name="Giuseppe Carteny" userId="6f3ddda2-1c62-49af-8fb6-e5022e6e3d27" providerId="ADAL" clId="{92497209-617C-449F-B9AE-33673A1D7D5D}" dt="2025-09-14T20:04:52.210" v="78"/>
          <ac:spMkLst>
            <pc:docMk/>
            <pc:sldMk cId="313184441" sldId="348"/>
            <ac:spMk id="129" creationId="{E559F3A9-6661-4EEE-B1F4-39EEFD155F20}"/>
          </ac:spMkLst>
        </pc:spChg>
        <pc:spChg chg="add del mod">
          <ac:chgData name="Giuseppe Carteny" userId="6f3ddda2-1c62-49af-8fb6-e5022e6e3d27" providerId="ADAL" clId="{92497209-617C-449F-B9AE-33673A1D7D5D}" dt="2025-09-14T20:04:52.210" v="78"/>
          <ac:spMkLst>
            <pc:docMk/>
            <pc:sldMk cId="313184441" sldId="348"/>
            <ac:spMk id="130" creationId="{E5528779-0EB1-4AF9-A512-8F3C2F4A27D6}"/>
          </ac:spMkLst>
        </pc:spChg>
        <pc:spChg chg="add del mod">
          <ac:chgData name="Giuseppe Carteny" userId="6f3ddda2-1c62-49af-8fb6-e5022e6e3d27" providerId="ADAL" clId="{92497209-617C-449F-B9AE-33673A1D7D5D}" dt="2025-09-14T20:04:52.210" v="78"/>
          <ac:spMkLst>
            <pc:docMk/>
            <pc:sldMk cId="313184441" sldId="348"/>
            <ac:spMk id="131" creationId="{3DDAF632-C77E-4345-BDA6-FA4B5F5C0391}"/>
          </ac:spMkLst>
        </pc:spChg>
        <pc:spChg chg="add del mod">
          <ac:chgData name="Giuseppe Carteny" userId="6f3ddda2-1c62-49af-8fb6-e5022e6e3d27" providerId="ADAL" clId="{92497209-617C-449F-B9AE-33673A1D7D5D}" dt="2025-09-14T20:04:52.210" v="78"/>
          <ac:spMkLst>
            <pc:docMk/>
            <pc:sldMk cId="313184441" sldId="348"/>
            <ac:spMk id="132" creationId="{70A8FABA-5A6A-488B-881C-3588F126B8A6}"/>
          </ac:spMkLst>
        </pc:spChg>
        <pc:spChg chg="add del mod">
          <ac:chgData name="Giuseppe Carteny" userId="6f3ddda2-1c62-49af-8fb6-e5022e6e3d27" providerId="ADAL" clId="{92497209-617C-449F-B9AE-33673A1D7D5D}" dt="2025-09-14T20:04:58.492" v="80"/>
          <ac:spMkLst>
            <pc:docMk/>
            <pc:sldMk cId="313184441" sldId="348"/>
            <ac:spMk id="135" creationId="{3183C69F-13A5-457D-821F-43A9B0F676EC}"/>
          </ac:spMkLst>
        </pc:spChg>
        <pc:spChg chg="add mod">
          <ac:chgData name="Giuseppe Carteny" userId="6f3ddda2-1c62-49af-8fb6-e5022e6e3d27" providerId="ADAL" clId="{92497209-617C-449F-B9AE-33673A1D7D5D}" dt="2025-09-14T20:05:16.248" v="85" actId="1076"/>
          <ac:spMkLst>
            <pc:docMk/>
            <pc:sldMk cId="313184441" sldId="348"/>
            <ac:spMk id="137" creationId="{B6367717-0550-4DC6-B7F3-67434B5DF206}"/>
          </ac:spMkLst>
        </pc:spChg>
        <pc:spChg chg="add del">
          <ac:chgData name="Giuseppe Carteny" userId="6f3ddda2-1c62-49af-8fb6-e5022e6e3d27" providerId="ADAL" clId="{92497209-617C-449F-B9AE-33673A1D7D5D}" dt="2025-09-14T20:06:01.636" v="88" actId="11529"/>
          <ac:spMkLst>
            <pc:docMk/>
            <pc:sldMk cId="313184441" sldId="348"/>
            <ac:spMk id="580" creationId="{1D9E537B-F11D-408D-85EF-1934BB1F81C5}"/>
          </ac:spMkLst>
        </pc:spChg>
        <pc:spChg chg="del">
          <ac:chgData name="Giuseppe Carteny" userId="6f3ddda2-1c62-49af-8fb6-e5022e6e3d27" providerId="ADAL" clId="{92497209-617C-449F-B9AE-33673A1D7D5D}" dt="2025-09-14T20:03:06.765" v="48" actId="478"/>
          <ac:spMkLst>
            <pc:docMk/>
            <pc:sldMk cId="313184441" sldId="348"/>
            <ac:spMk id="610" creationId="{00000000-0000-0000-0000-000000000000}"/>
          </ac:spMkLst>
        </pc:spChg>
        <pc:cxnChg chg="add del mod">
          <ac:chgData name="Giuseppe Carteny" userId="6f3ddda2-1c62-49af-8fb6-e5022e6e3d27" providerId="ADAL" clId="{92497209-617C-449F-B9AE-33673A1D7D5D}" dt="2025-09-14T20:03:09.492" v="50"/>
          <ac:cxnSpMkLst>
            <pc:docMk/>
            <pc:sldMk cId="313184441" sldId="348"/>
            <ac:cxnSpMk id="13" creationId="{F485845A-A695-483C-B3B9-45E808135CCB}"/>
          </ac:cxnSpMkLst>
        </pc:cxnChg>
        <pc:cxnChg chg="add del mod">
          <ac:chgData name="Giuseppe Carteny" userId="6f3ddda2-1c62-49af-8fb6-e5022e6e3d27" providerId="ADAL" clId="{92497209-617C-449F-B9AE-33673A1D7D5D}" dt="2025-09-14T20:03:09.492" v="50"/>
          <ac:cxnSpMkLst>
            <pc:docMk/>
            <pc:sldMk cId="313184441" sldId="348"/>
            <ac:cxnSpMk id="14" creationId="{43EFCB76-1413-47E8-BF31-C47152AC0166}"/>
          </ac:cxnSpMkLst>
        </pc:cxnChg>
        <pc:cxnChg chg="add del mod">
          <ac:chgData name="Giuseppe Carteny" userId="6f3ddda2-1c62-49af-8fb6-e5022e6e3d27" providerId="ADAL" clId="{92497209-617C-449F-B9AE-33673A1D7D5D}" dt="2025-09-14T20:03:09.492" v="50"/>
          <ac:cxnSpMkLst>
            <pc:docMk/>
            <pc:sldMk cId="313184441" sldId="348"/>
            <ac:cxnSpMk id="15" creationId="{8058DE27-750C-4EFC-B124-BF8577ED9088}"/>
          </ac:cxnSpMkLst>
        </pc:cxnChg>
        <pc:cxnChg chg="add del mod">
          <ac:chgData name="Giuseppe Carteny" userId="6f3ddda2-1c62-49af-8fb6-e5022e6e3d27" providerId="ADAL" clId="{92497209-617C-449F-B9AE-33673A1D7D5D}" dt="2025-09-14T20:03:09.492" v="50"/>
          <ac:cxnSpMkLst>
            <pc:docMk/>
            <pc:sldMk cId="313184441" sldId="348"/>
            <ac:cxnSpMk id="17" creationId="{CB0A4F1B-9787-4D1A-A5F9-B9FD4A9392F3}"/>
          </ac:cxnSpMkLst>
        </pc:cxnChg>
        <pc:cxnChg chg="add del mod">
          <ac:chgData name="Giuseppe Carteny" userId="6f3ddda2-1c62-49af-8fb6-e5022e6e3d27" providerId="ADAL" clId="{92497209-617C-449F-B9AE-33673A1D7D5D}" dt="2025-09-14T20:03:09.492" v="50"/>
          <ac:cxnSpMkLst>
            <pc:docMk/>
            <pc:sldMk cId="313184441" sldId="348"/>
            <ac:cxnSpMk id="18" creationId="{05B93FCC-25B0-4B21-98A6-33295DC609B6}"/>
          </ac:cxnSpMkLst>
        </pc:cxnChg>
        <pc:cxnChg chg="add del mod">
          <ac:chgData name="Giuseppe Carteny" userId="6f3ddda2-1c62-49af-8fb6-e5022e6e3d27" providerId="ADAL" clId="{92497209-617C-449F-B9AE-33673A1D7D5D}" dt="2025-09-14T20:03:09.492" v="50"/>
          <ac:cxnSpMkLst>
            <pc:docMk/>
            <pc:sldMk cId="313184441" sldId="348"/>
            <ac:cxnSpMk id="19" creationId="{0444A798-82EE-463C-A09B-5C41C427865B}"/>
          </ac:cxnSpMkLst>
        </pc:cxnChg>
        <pc:cxnChg chg="add del mod">
          <ac:chgData name="Giuseppe Carteny" userId="6f3ddda2-1c62-49af-8fb6-e5022e6e3d27" providerId="ADAL" clId="{92497209-617C-449F-B9AE-33673A1D7D5D}" dt="2025-09-14T20:03:09.492" v="50"/>
          <ac:cxnSpMkLst>
            <pc:docMk/>
            <pc:sldMk cId="313184441" sldId="348"/>
            <ac:cxnSpMk id="20" creationId="{4BE40507-B733-4C8F-9A09-014ED429D687}"/>
          </ac:cxnSpMkLst>
        </pc:cxnChg>
        <pc:cxnChg chg="add del mod">
          <ac:chgData name="Giuseppe Carteny" userId="6f3ddda2-1c62-49af-8fb6-e5022e6e3d27" providerId="ADAL" clId="{92497209-617C-449F-B9AE-33673A1D7D5D}" dt="2025-09-14T20:03:09.492" v="50"/>
          <ac:cxnSpMkLst>
            <pc:docMk/>
            <pc:sldMk cId="313184441" sldId="348"/>
            <ac:cxnSpMk id="21" creationId="{0DD57F95-0CAB-4E5A-B034-C5D1E23AD4F9}"/>
          </ac:cxnSpMkLst>
        </pc:cxnChg>
        <pc:cxnChg chg="add del mod">
          <ac:chgData name="Giuseppe Carteny" userId="6f3ddda2-1c62-49af-8fb6-e5022e6e3d27" providerId="ADAL" clId="{92497209-617C-449F-B9AE-33673A1D7D5D}" dt="2025-09-14T20:03:09.492" v="50"/>
          <ac:cxnSpMkLst>
            <pc:docMk/>
            <pc:sldMk cId="313184441" sldId="348"/>
            <ac:cxnSpMk id="22" creationId="{70AD335C-EF97-46F9-9416-1FB0CAFA2521}"/>
          </ac:cxnSpMkLst>
        </pc:cxnChg>
        <pc:cxnChg chg="add del mod">
          <ac:chgData name="Giuseppe Carteny" userId="6f3ddda2-1c62-49af-8fb6-e5022e6e3d27" providerId="ADAL" clId="{92497209-617C-449F-B9AE-33673A1D7D5D}" dt="2025-09-14T20:03:09.492" v="50"/>
          <ac:cxnSpMkLst>
            <pc:docMk/>
            <pc:sldMk cId="313184441" sldId="348"/>
            <ac:cxnSpMk id="28" creationId="{298EF1BB-1388-4FA6-9769-09C9312D7464}"/>
          </ac:cxnSpMkLst>
        </pc:cxnChg>
        <pc:cxnChg chg="add del mod">
          <ac:chgData name="Giuseppe Carteny" userId="6f3ddda2-1c62-49af-8fb6-e5022e6e3d27" providerId="ADAL" clId="{92497209-617C-449F-B9AE-33673A1D7D5D}" dt="2025-09-14T20:03:09.492" v="50"/>
          <ac:cxnSpMkLst>
            <pc:docMk/>
            <pc:sldMk cId="313184441" sldId="348"/>
            <ac:cxnSpMk id="29" creationId="{255AF473-886B-4D1F-9997-B75C24CEB105}"/>
          </ac:cxnSpMkLst>
        </pc:cxnChg>
        <pc:cxnChg chg="add del mod">
          <ac:chgData name="Giuseppe Carteny" userId="6f3ddda2-1c62-49af-8fb6-e5022e6e3d27" providerId="ADAL" clId="{92497209-617C-449F-B9AE-33673A1D7D5D}" dt="2025-09-14T20:03:15.207" v="52"/>
          <ac:cxnSpMkLst>
            <pc:docMk/>
            <pc:sldMk cId="313184441" sldId="348"/>
            <ac:cxnSpMk id="38" creationId="{F2ACDE9B-533B-466B-B30D-0986256702BD}"/>
          </ac:cxnSpMkLst>
        </pc:cxnChg>
        <pc:cxnChg chg="add del mod">
          <ac:chgData name="Giuseppe Carteny" userId="6f3ddda2-1c62-49af-8fb6-e5022e6e3d27" providerId="ADAL" clId="{92497209-617C-449F-B9AE-33673A1D7D5D}" dt="2025-09-14T20:03:15.207" v="52"/>
          <ac:cxnSpMkLst>
            <pc:docMk/>
            <pc:sldMk cId="313184441" sldId="348"/>
            <ac:cxnSpMk id="39" creationId="{6A384A1C-641E-4B31-9430-E3A843269977}"/>
          </ac:cxnSpMkLst>
        </pc:cxnChg>
        <pc:cxnChg chg="add del mod">
          <ac:chgData name="Giuseppe Carteny" userId="6f3ddda2-1c62-49af-8fb6-e5022e6e3d27" providerId="ADAL" clId="{92497209-617C-449F-B9AE-33673A1D7D5D}" dt="2025-09-14T20:03:15.207" v="52"/>
          <ac:cxnSpMkLst>
            <pc:docMk/>
            <pc:sldMk cId="313184441" sldId="348"/>
            <ac:cxnSpMk id="40" creationId="{3FE392ED-7046-4706-9EE7-CF7FEC0B3181}"/>
          </ac:cxnSpMkLst>
        </pc:cxnChg>
        <pc:cxnChg chg="add del mod">
          <ac:chgData name="Giuseppe Carteny" userId="6f3ddda2-1c62-49af-8fb6-e5022e6e3d27" providerId="ADAL" clId="{92497209-617C-449F-B9AE-33673A1D7D5D}" dt="2025-09-14T20:03:15.207" v="52"/>
          <ac:cxnSpMkLst>
            <pc:docMk/>
            <pc:sldMk cId="313184441" sldId="348"/>
            <ac:cxnSpMk id="42" creationId="{79E4F8D8-3449-47D2-93C7-6A07D0D7DA52}"/>
          </ac:cxnSpMkLst>
        </pc:cxnChg>
        <pc:cxnChg chg="add del mod">
          <ac:chgData name="Giuseppe Carteny" userId="6f3ddda2-1c62-49af-8fb6-e5022e6e3d27" providerId="ADAL" clId="{92497209-617C-449F-B9AE-33673A1D7D5D}" dt="2025-09-14T20:03:15.207" v="52"/>
          <ac:cxnSpMkLst>
            <pc:docMk/>
            <pc:sldMk cId="313184441" sldId="348"/>
            <ac:cxnSpMk id="43" creationId="{3F0FDF31-BC51-4291-9557-B480602B2173}"/>
          </ac:cxnSpMkLst>
        </pc:cxnChg>
        <pc:cxnChg chg="add del mod">
          <ac:chgData name="Giuseppe Carteny" userId="6f3ddda2-1c62-49af-8fb6-e5022e6e3d27" providerId="ADAL" clId="{92497209-617C-449F-B9AE-33673A1D7D5D}" dt="2025-09-14T20:03:15.207" v="52"/>
          <ac:cxnSpMkLst>
            <pc:docMk/>
            <pc:sldMk cId="313184441" sldId="348"/>
            <ac:cxnSpMk id="44" creationId="{CA425A63-9F8A-4EEC-99CC-4C0CEB4F17D4}"/>
          </ac:cxnSpMkLst>
        </pc:cxnChg>
        <pc:cxnChg chg="add del mod">
          <ac:chgData name="Giuseppe Carteny" userId="6f3ddda2-1c62-49af-8fb6-e5022e6e3d27" providerId="ADAL" clId="{92497209-617C-449F-B9AE-33673A1D7D5D}" dt="2025-09-14T20:03:15.207" v="52"/>
          <ac:cxnSpMkLst>
            <pc:docMk/>
            <pc:sldMk cId="313184441" sldId="348"/>
            <ac:cxnSpMk id="45" creationId="{6F265E09-8ACC-409E-BA02-F01DDDAF6CDA}"/>
          </ac:cxnSpMkLst>
        </pc:cxnChg>
        <pc:cxnChg chg="add del mod">
          <ac:chgData name="Giuseppe Carteny" userId="6f3ddda2-1c62-49af-8fb6-e5022e6e3d27" providerId="ADAL" clId="{92497209-617C-449F-B9AE-33673A1D7D5D}" dt="2025-09-14T20:03:15.207" v="52"/>
          <ac:cxnSpMkLst>
            <pc:docMk/>
            <pc:sldMk cId="313184441" sldId="348"/>
            <ac:cxnSpMk id="46" creationId="{9601C087-C035-40C3-BA5B-49190A2B1626}"/>
          </ac:cxnSpMkLst>
        </pc:cxnChg>
        <pc:cxnChg chg="add del mod">
          <ac:chgData name="Giuseppe Carteny" userId="6f3ddda2-1c62-49af-8fb6-e5022e6e3d27" providerId="ADAL" clId="{92497209-617C-449F-B9AE-33673A1D7D5D}" dt="2025-09-14T20:03:15.207" v="52"/>
          <ac:cxnSpMkLst>
            <pc:docMk/>
            <pc:sldMk cId="313184441" sldId="348"/>
            <ac:cxnSpMk id="47" creationId="{639F300E-8733-4D2E-BCA1-44E700641CF8}"/>
          </ac:cxnSpMkLst>
        </pc:cxnChg>
        <pc:cxnChg chg="add del mod">
          <ac:chgData name="Giuseppe Carteny" userId="6f3ddda2-1c62-49af-8fb6-e5022e6e3d27" providerId="ADAL" clId="{92497209-617C-449F-B9AE-33673A1D7D5D}" dt="2025-09-14T20:03:15.207" v="52"/>
          <ac:cxnSpMkLst>
            <pc:docMk/>
            <pc:sldMk cId="313184441" sldId="348"/>
            <ac:cxnSpMk id="53" creationId="{3F646B20-5ECB-455D-93F1-4701D4E93289}"/>
          </ac:cxnSpMkLst>
        </pc:cxnChg>
        <pc:cxnChg chg="add del mod">
          <ac:chgData name="Giuseppe Carteny" userId="6f3ddda2-1c62-49af-8fb6-e5022e6e3d27" providerId="ADAL" clId="{92497209-617C-449F-B9AE-33673A1D7D5D}" dt="2025-09-14T20:03:15.207" v="52"/>
          <ac:cxnSpMkLst>
            <pc:docMk/>
            <pc:sldMk cId="313184441" sldId="348"/>
            <ac:cxnSpMk id="54" creationId="{179D84CF-AED1-4D78-9483-D7A5AB62EE80}"/>
          </ac:cxnSpMkLst>
        </pc:cxnChg>
        <pc:cxnChg chg="add mod">
          <ac:chgData name="Giuseppe Carteny" userId="6f3ddda2-1c62-49af-8fb6-e5022e6e3d27" providerId="ADAL" clId="{92497209-617C-449F-B9AE-33673A1D7D5D}" dt="2025-09-14T20:04:45.026" v="76" actId="1076"/>
          <ac:cxnSpMkLst>
            <pc:docMk/>
            <pc:sldMk cId="313184441" sldId="348"/>
            <ac:cxnSpMk id="63" creationId="{8B06F0B0-A8E1-4860-94AC-C9D6776451D8}"/>
          </ac:cxnSpMkLst>
        </pc:cxnChg>
        <pc:cxnChg chg="add mod">
          <ac:chgData name="Giuseppe Carteny" userId="6f3ddda2-1c62-49af-8fb6-e5022e6e3d27" providerId="ADAL" clId="{92497209-617C-449F-B9AE-33673A1D7D5D}" dt="2025-09-14T20:04:45.026" v="76" actId="1076"/>
          <ac:cxnSpMkLst>
            <pc:docMk/>
            <pc:sldMk cId="313184441" sldId="348"/>
            <ac:cxnSpMk id="64" creationId="{73141806-9EDF-432A-B75E-86346369653E}"/>
          </ac:cxnSpMkLst>
        </pc:cxnChg>
        <pc:cxnChg chg="add mod">
          <ac:chgData name="Giuseppe Carteny" userId="6f3ddda2-1c62-49af-8fb6-e5022e6e3d27" providerId="ADAL" clId="{92497209-617C-449F-B9AE-33673A1D7D5D}" dt="2025-09-14T20:03:43.264" v="59" actId="14100"/>
          <ac:cxnSpMkLst>
            <pc:docMk/>
            <pc:sldMk cId="313184441" sldId="348"/>
            <ac:cxnSpMk id="65" creationId="{956318B6-72F7-4E9A-A25F-E2A0E08D37F5}"/>
          </ac:cxnSpMkLst>
        </pc:cxnChg>
        <pc:cxnChg chg="add mod">
          <ac:chgData name="Giuseppe Carteny" userId="6f3ddda2-1c62-49af-8fb6-e5022e6e3d27" providerId="ADAL" clId="{92497209-617C-449F-B9AE-33673A1D7D5D}" dt="2025-09-14T20:05:16.248" v="85" actId="1076"/>
          <ac:cxnSpMkLst>
            <pc:docMk/>
            <pc:sldMk cId="313184441" sldId="348"/>
            <ac:cxnSpMk id="67" creationId="{9F429E8E-58AD-49E9-A1BB-FE46D62F77DB}"/>
          </ac:cxnSpMkLst>
        </pc:cxnChg>
        <pc:cxnChg chg="add mod">
          <ac:chgData name="Giuseppe Carteny" userId="6f3ddda2-1c62-49af-8fb6-e5022e6e3d27" providerId="ADAL" clId="{92497209-617C-449F-B9AE-33673A1D7D5D}" dt="2025-09-14T20:05:16.248" v="85" actId="1076"/>
          <ac:cxnSpMkLst>
            <pc:docMk/>
            <pc:sldMk cId="313184441" sldId="348"/>
            <ac:cxnSpMk id="68" creationId="{157DEE15-771C-4EF8-A3F1-48B6D7655669}"/>
          </ac:cxnSpMkLst>
        </pc:cxnChg>
        <pc:cxnChg chg="add mod">
          <ac:chgData name="Giuseppe Carteny" userId="6f3ddda2-1c62-49af-8fb6-e5022e6e3d27" providerId="ADAL" clId="{92497209-617C-449F-B9AE-33673A1D7D5D}" dt="2025-09-14T20:05:18.303" v="86" actId="14100"/>
          <ac:cxnSpMkLst>
            <pc:docMk/>
            <pc:sldMk cId="313184441" sldId="348"/>
            <ac:cxnSpMk id="69" creationId="{1A4E665C-80E3-4E20-8A70-B25D135AFFE9}"/>
          </ac:cxnSpMkLst>
        </pc:cxnChg>
        <pc:cxnChg chg="add mod">
          <ac:chgData name="Giuseppe Carteny" userId="6f3ddda2-1c62-49af-8fb6-e5022e6e3d27" providerId="ADAL" clId="{92497209-617C-449F-B9AE-33673A1D7D5D}" dt="2025-09-14T20:04:35.317" v="74" actId="1076"/>
          <ac:cxnSpMkLst>
            <pc:docMk/>
            <pc:sldMk cId="313184441" sldId="348"/>
            <ac:cxnSpMk id="70" creationId="{1A4779EF-5E4D-4F2D-96C4-CB3A6207EEF3}"/>
          </ac:cxnSpMkLst>
        </pc:cxnChg>
        <pc:cxnChg chg="add mod">
          <ac:chgData name="Giuseppe Carteny" userId="6f3ddda2-1c62-49af-8fb6-e5022e6e3d27" providerId="ADAL" clId="{92497209-617C-449F-B9AE-33673A1D7D5D}" dt="2025-09-14T20:04:35.317" v="74" actId="1076"/>
          <ac:cxnSpMkLst>
            <pc:docMk/>
            <pc:sldMk cId="313184441" sldId="348"/>
            <ac:cxnSpMk id="71" creationId="{5248B071-7DB2-48A3-8106-1A6506EFCFB6}"/>
          </ac:cxnSpMkLst>
        </pc:cxnChg>
        <pc:cxnChg chg="add mod">
          <ac:chgData name="Giuseppe Carteny" userId="6f3ddda2-1c62-49af-8fb6-e5022e6e3d27" providerId="ADAL" clId="{92497209-617C-449F-B9AE-33673A1D7D5D}" dt="2025-09-14T20:04:35.317" v="74" actId="1076"/>
          <ac:cxnSpMkLst>
            <pc:docMk/>
            <pc:sldMk cId="313184441" sldId="348"/>
            <ac:cxnSpMk id="72" creationId="{8B8B4D56-4063-44B7-944D-FD59D19241A3}"/>
          </ac:cxnSpMkLst>
        </pc:cxnChg>
        <pc:cxnChg chg="add mod">
          <ac:chgData name="Giuseppe Carteny" userId="6f3ddda2-1c62-49af-8fb6-e5022e6e3d27" providerId="ADAL" clId="{92497209-617C-449F-B9AE-33673A1D7D5D}" dt="2025-09-14T20:04:35.317" v="74" actId="1076"/>
          <ac:cxnSpMkLst>
            <pc:docMk/>
            <pc:sldMk cId="313184441" sldId="348"/>
            <ac:cxnSpMk id="79" creationId="{B07AACFB-D747-4910-9632-2C4C8B0EC449}"/>
          </ac:cxnSpMkLst>
        </pc:cxnChg>
        <pc:cxnChg chg="add mod">
          <ac:chgData name="Giuseppe Carteny" userId="6f3ddda2-1c62-49af-8fb6-e5022e6e3d27" providerId="ADAL" clId="{92497209-617C-449F-B9AE-33673A1D7D5D}" dt="2025-09-14T20:04:35.317" v="74" actId="1076"/>
          <ac:cxnSpMkLst>
            <pc:docMk/>
            <pc:sldMk cId="313184441" sldId="348"/>
            <ac:cxnSpMk id="80" creationId="{29D67D22-8BF5-41D1-8B1F-E5AB6C297A41}"/>
          </ac:cxnSpMkLst>
        </pc:cxnChg>
        <pc:cxnChg chg="add del mod">
          <ac:chgData name="Giuseppe Carteny" userId="6f3ddda2-1c62-49af-8fb6-e5022e6e3d27" providerId="ADAL" clId="{92497209-617C-449F-B9AE-33673A1D7D5D}" dt="2025-09-14T20:04:52.210" v="78"/>
          <ac:cxnSpMkLst>
            <pc:docMk/>
            <pc:sldMk cId="313184441" sldId="348"/>
            <ac:cxnSpMk id="117" creationId="{2BF7EA8D-302C-4E5F-80E8-DEB6360B34F8}"/>
          </ac:cxnSpMkLst>
        </pc:cxnChg>
        <pc:cxnChg chg="add del mod">
          <ac:chgData name="Giuseppe Carteny" userId="6f3ddda2-1c62-49af-8fb6-e5022e6e3d27" providerId="ADAL" clId="{92497209-617C-449F-B9AE-33673A1D7D5D}" dt="2025-09-14T20:04:52.210" v="78"/>
          <ac:cxnSpMkLst>
            <pc:docMk/>
            <pc:sldMk cId="313184441" sldId="348"/>
            <ac:cxnSpMk id="118" creationId="{2235D7BE-891F-43E4-94E5-D7BDAA733ABD}"/>
          </ac:cxnSpMkLst>
        </pc:cxnChg>
        <pc:cxnChg chg="add del mod">
          <ac:chgData name="Giuseppe Carteny" userId="6f3ddda2-1c62-49af-8fb6-e5022e6e3d27" providerId="ADAL" clId="{92497209-617C-449F-B9AE-33673A1D7D5D}" dt="2025-09-14T20:04:52.210" v="78"/>
          <ac:cxnSpMkLst>
            <pc:docMk/>
            <pc:sldMk cId="313184441" sldId="348"/>
            <ac:cxnSpMk id="119" creationId="{83A55379-E061-448F-A276-4C1DA73B29C1}"/>
          </ac:cxnSpMkLst>
        </pc:cxnChg>
        <pc:cxnChg chg="add del mod">
          <ac:chgData name="Giuseppe Carteny" userId="6f3ddda2-1c62-49af-8fb6-e5022e6e3d27" providerId="ADAL" clId="{92497209-617C-449F-B9AE-33673A1D7D5D}" dt="2025-09-14T20:04:52.210" v="78"/>
          <ac:cxnSpMkLst>
            <pc:docMk/>
            <pc:sldMk cId="313184441" sldId="348"/>
            <ac:cxnSpMk id="121" creationId="{4CC11B7B-B458-4B3F-8EFE-C0509476A454}"/>
          </ac:cxnSpMkLst>
        </pc:cxnChg>
        <pc:cxnChg chg="add del mod">
          <ac:chgData name="Giuseppe Carteny" userId="6f3ddda2-1c62-49af-8fb6-e5022e6e3d27" providerId="ADAL" clId="{92497209-617C-449F-B9AE-33673A1D7D5D}" dt="2025-09-14T20:04:52.210" v="78"/>
          <ac:cxnSpMkLst>
            <pc:docMk/>
            <pc:sldMk cId="313184441" sldId="348"/>
            <ac:cxnSpMk id="122" creationId="{64A9DAE9-DF3B-4847-BEFD-45A09E2F7B98}"/>
          </ac:cxnSpMkLst>
        </pc:cxnChg>
        <pc:cxnChg chg="add del mod">
          <ac:chgData name="Giuseppe Carteny" userId="6f3ddda2-1c62-49af-8fb6-e5022e6e3d27" providerId="ADAL" clId="{92497209-617C-449F-B9AE-33673A1D7D5D}" dt="2025-09-14T20:04:52.210" v="78"/>
          <ac:cxnSpMkLst>
            <pc:docMk/>
            <pc:sldMk cId="313184441" sldId="348"/>
            <ac:cxnSpMk id="123" creationId="{79B8979E-8080-44DE-A277-29635E57D67C}"/>
          </ac:cxnSpMkLst>
        </pc:cxnChg>
        <pc:cxnChg chg="add del mod">
          <ac:chgData name="Giuseppe Carteny" userId="6f3ddda2-1c62-49af-8fb6-e5022e6e3d27" providerId="ADAL" clId="{92497209-617C-449F-B9AE-33673A1D7D5D}" dt="2025-09-14T20:04:52.210" v="78"/>
          <ac:cxnSpMkLst>
            <pc:docMk/>
            <pc:sldMk cId="313184441" sldId="348"/>
            <ac:cxnSpMk id="124" creationId="{5BB3C76A-DB83-4FFE-A5C9-D1D14F99F303}"/>
          </ac:cxnSpMkLst>
        </pc:cxnChg>
        <pc:cxnChg chg="add del mod">
          <ac:chgData name="Giuseppe Carteny" userId="6f3ddda2-1c62-49af-8fb6-e5022e6e3d27" providerId="ADAL" clId="{92497209-617C-449F-B9AE-33673A1D7D5D}" dt="2025-09-14T20:04:52.210" v="78"/>
          <ac:cxnSpMkLst>
            <pc:docMk/>
            <pc:sldMk cId="313184441" sldId="348"/>
            <ac:cxnSpMk id="125" creationId="{9745C047-6A23-4BAE-930C-B93319D7CA35}"/>
          </ac:cxnSpMkLst>
        </pc:cxnChg>
        <pc:cxnChg chg="add del mod">
          <ac:chgData name="Giuseppe Carteny" userId="6f3ddda2-1c62-49af-8fb6-e5022e6e3d27" providerId="ADAL" clId="{92497209-617C-449F-B9AE-33673A1D7D5D}" dt="2025-09-14T20:04:52.210" v="78"/>
          <ac:cxnSpMkLst>
            <pc:docMk/>
            <pc:sldMk cId="313184441" sldId="348"/>
            <ac:cxnSpMk id="126" creationId="{CA299064-D7F9-4B1C-8168-7D79F4F7F5A4}"/>
          </ac:cxnSpMkLst>
        </pc:cxnChg>
        <pc:cxnChg chg="add del mod">
          <ac:chgData name="Giuseppe Carteny" userId="6f3ddda2-1c62-49af-8fb6-e5022e6e3d27" providerId="ADAL" clId="{92497209-617C-449F-B9AE-33673A1D7D5D}" dt="2025-09-14T20:04:52.210" v="78"/>
          <ac:cxnSpMkLst>
            <pc:docMk/>
            <pc:sldMk cId="313184441" sldId="348"/>
            <ac:cxnSpMk id="133" creationId="{22D4639C-50D2-45CC-93B5-14864870DD30}"/>
          </ac:cxnSpMkLst>
        </pc:cxnChg>
        <pc:cxnChg chg="add del mod">
          <ac:chgData name="Giuseppe Carteny" userId="6f3ddda2-1c62-49af-8fb6-e5022e6e3d27" providerId="ADAL" clId="{92497209-617C-449F-B9AE-33673A1D7D5D}" dt="2025-09-14T20:04:52.210" v="78"/>
          <ac:cxnSpMkLst>
            <pc:docMk/>
            <pc:sldMk cId="313184441" sldId="348"/>
            <ac:cxnSpMk id="134" creationId="{DC54D7BE-C9F6-48D2-8101-4B6453A983AD}"/>
          </ac:cxnSpMkLst>
        </pc:cxnChg>
        <pc:cxnChg chg="add del mod">
          <ac:chgData name="Giuseppe Carteny" userId="6f3ddda2-1c62-49af-8fb6-e5022e6e3d27" providerId="ADAL" clId="{92497209-617C-449F-B9AE-33673A1D7D5D}" dt="2025-09-14T20:04:58.492" v="80"/>
          <ac:cxnSpMkLst>
            <pc:docMk/>
            <pc:sldMk cId="313184441" sldId="348"/>
            <ac:cxnSpMk id="136" creationId="{892B4B36-BA2D-4E64-B657-35037D1F9D4D}"/>
          </ac:cxnSpMkLst>
        </pc:cxnChg>
      </pc:sldChg>
      <pc:sldChg chg="add del">
        <pc:chgData name="Giuseppe Carteny" userId="6f3ddda2-1c62-49af-8fb6-e5022e6e3d27" providerId="ADAL" clId="{92497209-617C-449F-B9AE-33673A1D7D5D}" dt="2025-09-14T20:02:35.915" v="25"/>
        <pc:sldMkLst>
          <pc:docMk/>
          <pc:sldMk cId="1359460444" sldId="348"/>
        </pc:sldMkLst>
      </pc:sldChg>
      <pc:sldChg chg="addSp modSp add mod ord modAnim">
        <pc:chgData name="Giuseppe Carteny" userId="6f3ddda2-1c62-49af-8fb6-e5022e6e3d27" providerId="ADAL" clId="{92497209-617C-449F-B9AE-33673A1D7D5D}" dt="2025-09-15T08:38:36.657" v="775" actId="20577"/>
        <pc:sldMkLst>
          <pc:docMk/>
          <pc:sldMk cId="2920126359" sldId="349"/>
        </pc:sldMkLst>
        <pc:spChg chg="mod">
          <ac:chgData name="Giuseppe Carteny" userId="6f3ddda2-1c62-49af-8fb6-e5022e6e3d27" providerId="ADAL" clId="{92497209-617C-449F-B9AE-33673A1D7D5D}" dt="2025-09-14T20:45:46.707" v="122" actId="207"/>
          <ac:spMkLst>
            <pc:docMk/>
            <pc:sldMk cId="2920126359" sldId="349"/>
            <ac:spMk id="55" creationId="{77FA7225-F523-4ADD-8DF3-D9288CA9313E}"/>
          </ac:spMkLst>
        </pc:spChg>
        <pc:spChg chg="mod">
          <ac:chgData name="Giuseppe Carteny" userId="6f3ddda2-1c62-49af-8fb6-e5022e6e3d27" providerId="ADAL" clId="{92497209-617C-449F-B9AE-33673A1D7D5D}" dt="2025-09-14T20:45:46.707" v="122" actId="207"/>
          <ac:spMkLst>
            <pc:docMk/>
            <pc:sldMk cId="2920126359" sldId="349"/>
            <ac:spMk id="56" creationId="{68B5999C-768C-46FB-84A4-FE152D1F0D96}"/>
          </ac:spMkLst>
        </pc:spChg>
        <pc:spChg chg="mod">
          <ac:chgData name="Giuseppe Carteny" userId="6f3ddda2-1c62-49af-8fb6-e5022e6e3d27" providerId="ADAL" clId="{92497209-617C-449F-B9AE-33673A1D7D5D}" dt="2025-09-14T20:45:46.707" v="122" actId="207"/>
          <ac:spMkLst>
            <pc:docMk/>
            <pc:sldMk cId="2920126359" sldId="349"/>
            <ac:spMk id="60" creationId="{10F61043-3285-4D65-86F3-699A9D16F9D7}"/>
          </ac:spMkLst>
        </pc:spChg>
        <pc:spChg chg="mod">
          <ac:chgData name="Giuseppe Carteny" userId="6f3ddda2-1c62-49af-8fb6-e5022e6e3d27" providerId="ADAL" clId="{92497209-617C-449F-B9AE-33673A1D7D5D}" dt="2025-09-14T20:45:46.205" v="121" actId="207"/>
          <ac:spMkLst>
            <pc:docMk/>
            <pc:sldMk cId="2920126359" sldId="349"/>
            <ac:spMk id="61" creationId="{6DB2A957-C869-4686-8825-C0E439B3FC53}"/>
          </ac:spMkLst>
        </pc:spChg>
        <pc:spChg chg="mod">
          <ac:chgData name="Giuseppe Carteny" userId="6f3ddda2-1c62-49af-8fb6-e5022e6e3d27" providerId="ADAL" clId="{92497209-617C-449F-B9AE-33673A1D7D5D}" dt="2025-09-14T20:45:46.205" v="121" actId="207"/>
          <ac:spMkLst>
            <pc:docMk/>
            <pc:sldMk cId="2920126359" sldId="349"/>
            <ac:spMk id="62" creationId="{79E06531-E86A-454A-96FE-9B49F1EF1D3E}"/>
          </ac:spMkLst>
        </pc:spChg>
        <pc:spChg chg="mod">
          <ac:chgData name="Giuseppe Carteny" userId="6f3ddda2-1c62-49af-8fb6-e5022e6e3d27" providerId="ADAL" clId="{92497209-617C-449F-B9AE-33673A1D7D5D}" dt="2025-09-14T20:45:46.707" v="122" actId="207"/>
          <ac:spMkLst>
            <pc:docMk/>
            <pc:sldMk cId="2920126359" sldId="349"/>
            <ac:spMk id="66" creationId="{8BA2B975-7991-4219-837C-B70BFD85B29E}"/>
          </ac:spMkLst>
        </pc:spChg>
        <pc:spChg chg="mod">
          <ac:chgData name="Giuseppe Carteny" userId="6f3ddda2-1c62-49af-8fb6-e5022e6e3d27" providerId="ADAL" clId="{92497209-617C-449F-B9AE-33673A1D7D5D}" dt="2025-09-14T20:45:45.838" v="119" actId="208"/>
          <ac:spMkLst>
            <pc:docMk/>
            <pc:sldMk cId="2920126359" sldId="349"/>
            <ac:spMk id="77" creationId="{07DD3421-51AD-4303-B45D-65469F3B7978}"/>
          </ac:spMkLst>
        </pc:spChg>
        <pc:spChg chg="mod">
          <ac:chgData name="Giuseppe Carteny" userId="6f3ddda2-1c62-49af-8fb6-e5022e6e3d27" providerId="ADAL" clId="{92497209-617C-449F-B9AE-33673A1D7D5D}" dt="2025-09-14T20:45:46.205" v="121" actId="207"/>
          <ac:spMkLst>
            <pc:docMk/>
            <pc:sldMk cId="2920126359" sldId="349"/>
            <ac:spMk id="137" creationId="{B6367717-0550-4DC6-B7F3-67434B5DF206}"/>
          </ac:spMkLst>
        </pc:spChg>
        <pc:spChg chg="mod">
          <ac:chgData name="Giuseppe Carteny" userId="6f3ddda2-1c62-49af-8fb6-e5022e6e3d27" providerId="ADAL" clId="{92497209-617C-449F-B9AE-33673A1D7D5D}" dt="2025-09-15T08:38:36.657" v="775" actId="20577"/>
          <ac:spMkLst>
            <pc:docMk/>
            <pc:sldMk cId="2920126359" sldId="349"/>
            <ac:spMk id="609" creationId="{00000000-0000-0000-0000-000000000000}"/>
          </ac:spMkLst>
        </pc:spChg>
        <pc:picChg chg="add mod">
          <ac:chgData name="Giuseppe Carteny" userId="6f3ddda2-1c62-49af-8fb6-e5022e6e3d27" providerId="ADAL" clId="{92497209-617C-449F-B9AE-33673A1D7D5D}" dt="2025-09-14T22:04:08.739" v="308" actId="1076"/>
          <ac:picMkLst>
            <pc:docMk/>
            <pc:sldMk cId="2920126359" sldId="349"/>
            <ac:picMk id="1026" creationId="{BDED79DB-50B4-4B90-A1D9-ED1C75CCDD98}"/>
          </ac:picMkLst>
        </pc:picChg>
        <pc:cxnChg chg="add mod">
          <ac:chgData name="Giuseppe Carteny" userId="6f3ddda2-1c62-49af-8fb6-e5022e6e3d27" providerId="ADAL" clId="{92497209-617C-449F-B9AE-33673A1D7D5D}" dt="2025-09-14T20:50:07.283" v="159" actId="208"/>
          <ac:cxnSpMkLst>
            <pc:docMk/>
            <pc:sldMk cId="2920126359" sldId="349"/>
            <ac:cxnSpMk id="30" creationId="{E6D67E86-7BB3-45FE-BAB5-33B74691A1C1}"/>
          </ac:cxnSpMkLst>
        </pc:cxnChg>
        <pc:cxnChg chg="mod">
          <ac:chgData name="Giuseppe Carteny" userId="6f3ddda2-1c62-49af-8fb6-e5022e6e3d27" providerId="ADAL" clId="{92497209-617C-449F-B9AE-33673A1D7D5D}" dt="2025-09-14T20:50:07.283" v="159" actId="208"/>
          <ac:cxnSpMkLst>
            <pc:docMk/>
            <pc:sldMk cId="2920126359" sldId="349"/>
            <ac:cxnSpMk id="63" creationId="{8B06F0B0-A8E1-4860-94AC-C9D6776451D8}"/>
          </ac:cxnSpMkLst>
        </pc:cxnChg>
        <pc:cxnChg chg="mod">
          <ac:chgData name="Giuseppe Carteny" userId="6f3ddda2-1c62-49af-8fb6-e5022e6e3d27" providerId="ADAL" clId="{92497209-617C-449F-B9AE-33673A1D7D5D}" dt="2025-09-14T20:50:07.283" v="159" actId="208"/>
          <ac:cxnSpMkLst>
            <pc:docMk/>
            <pc:sldMk cId="2920126359" sldId="349"/>
            <ac:cxnSpMk id="64" creationId="{73141806-9EDF-432A-B75E-86346369653E}"/>
          </ac:cxnSpMkLst>
        </pc:cxnChg>
        <pc:cxnChg chg="mod">
          <ac:chgData name="Giuseppe Carteny" userId="6f3ddda2-1c62-49af-8fb6-e5022e6e3d27" providerId="ADAL" clId="{92497209-617C-449F-B9AE-33673A1D7D5D}" dt="2025-09-14T20:50:07.283" v="159" actId="208"/>
          <ac:cxnSpMkLst>
            <pc:docMk/>
            <pc:sldMk cId="2920126359" sldId="349"/>
            <ac:cxnSpMk id="65" creationId="{956318B6-72F7-4E9A-A25F-E2A0E08D37F5}"/>
          </ac:cxnSpMkLst>
        </pc:cxnChg>
        <pc:cxnChg chg="mod">
          <ac:chgData name="Giuseppe Carteny" userId="6f3ddda2-1c62-49af-8fb6-e5022e6e3d27" providerId="ADAL" clId="{92497209-617C-449F-B9AE-33673A1D7D5D}" dt="2025-09-14T20:50:07.283" v="159" actId="208"/>
          <ac:cxnSpMkLst>
            <pc:docMk/>
            <pc:sldMk cId="2920126359" sldId="349"/>
            <ac:cxnSpMk id="67" creationId="{9F429E8E-58AD-49E9-A1BB-FE46D62F77DB}"/>
          </ac:cxnSpMkLst>
        </pc:cxnChg>
        <pc:cxnChg chg="mod">
          <ac:chgData name="Giuseppe Carteny" userId="6f3ddda2-1c62-49af-8fb6-e5022e6e3d27" providerId="ADAL" clId="{92497209-617C-449F-B9AE-33673A1D7D5D}" dt="2025-09-14T20:50:07.283" v="159" actId="208"/>
          <ac:cxnSpMkLst>
            <pc:docMk/>
            <pc:sldMk cId="2920126359" sldId="349"/>
            <ac:cxnSpMk id="68" creationId="{157DEE15-771C-4EF8-A3F1-48B6D7655669}"/>
          </ac:cxnSpMkLst>
        </pc:cxnChg>
        <pc:cxnChg chg="mod">
          <ac:chgData name="Giuseppe Carteny" userId="6f3ddda2-1c62-49af-8fb6-e5022e6e3d27" providerId="ADAL" clId="{92497209-617C-449F-B9AE-33673A1D7D5D}" dt="2025-09-14T20:50:07.283" v="159" actId="208"/>
          <ac:cxnSpMkLst>
            <pc:docMk/>
            <pc:sldMk cId="2920126359" sldId="349"/>
            <ac:cxnSpMk id="69" creationId="{1A4E665C-80E3-4E20-8A70-B25D135AFFE9}"/>
          </ac:cxnSpMkLst>
        </pc:cxnChg>
        <pc:cxnChg chg="mod">
          <ac:chgData name="Giuseppe Carteny" userId="6f3ddda2-1c62-49af-8fb6-e5022e6e3d27" providerId="ADAL" clId="{92497209-617C-449F-B9AE-33673A1D7D5D}" dt="2025-09-14T20:50:07.283" v="159" actId="208"/>
          <ac:cxnSpMkLst>
            <pc:docMk/>
            <pc:sldMk cId="2920126359" sldId="349"/>
            <ac:cxnSpMk id="70" creationId="{1A4779EF-5E4D-4F2D-96C4-CB3A6207EEF3}"/>
          </ac:cxnSpMkLst>
        </pc:cxnChg>
        <pc:cxnChg chg="mod">
          <ac:chgData name="Giuseppe Carteny" userId="6f3ddda2-1c62-49af-8fb6-e5022e6e3d27" providerId="ADAL" clId="{92497209-617C-449F-B9AE-33673A1D7D5D}" dt="2025-09-14T20:50:07.283" v="159" actId="208"/>
          <ac:cxnSpMkLst>
            <pc:docMk/>
            <pc:sldMk cId="2920126359" sldId="349"/>
            <ac:cxnSpMk id="71" creationId="{5248B071-7DB2-48A3-8106-1A6506EFCFB6}"/>
          </ac:cxnSpMkLst>
        </pc:cxnChg>
        <pc:cxnChg chg="mod">
          <ac:chgData name="Giuseppe Carteny" userId="6f3ddda2-1c62-49af-8fb6-e5022e6e3d27" providerId="ADAL" clId="{92497209-617C-449F-B9AE-33673A1D7D5D}" dt="2025-09-14T20:50:07.283" v="159" actId="208"/>
          <ac:cxnSpMkLst>
            <pc:docMk/>
            <pc:sldMk cId="2920126359" sldId="349"/>
            <ac:cxnSpMk id="72" creationId="{8B8B4D56-4063-44B7-944D-FD59D19241A3}"/>
          </ac:cxnSpMkLst>
        </pc:cxnChg>
        <pc:cxnChg chg="mod">
          <ac:chgData name="Giuseppe Carteny" userId="6f3ddda2-1c62-49af-8fb6-e5022e6e3d27" providerId="ADAL" clId="{92497209-617C-449F-B9AE-33673A1D7D5D}" dt="2025-09-14T20:50:07.283" v="159" actId="208"/>
          <ac:cxnSpMkLst>
            <pc:docMk/>
            <pc:sldMk cId="2920126359" sldId="349"/>
            <ac:cxnSpMk id="79" creationId="{B07AACFB-D747-4910-9632-2C4C8B0EC449}"/>
          </ac:cxnSpMkLst>
        </pc:cxnChg>
        <pc:cxnChg chg="mod">
          <ac:chgData name="Giuseppe Carteny" userId="6f3ddda2-1c62-49af-8fb6-e5022e6e3d27" providerId="ADAL" clId="{92497209-617C-449F-B9AE-33673A1D7D5D}" dt="2025-09-14T20:50:07.283" v="159" actId="208"/>
          <ac:cxnSpMkLst>
            <pc:docMk/>
            <pc:sldMk cId="2920126359" sldId="349"/>
            <ac:cxnSpMk id="80" creationId="{29D67D22-8BF5-41D1-8B1F-E5AB6C297A41}"/>
          </ac:cxnSpMkLst>
        </pc:cxnChg>
      </pc:sldChg>
      <pc:sldChg chg="new del">
        <pc:chgData name="Giuseppe Carteny" userId="6f3ddda2-1c62-49af-8fb6-e5022e6e3d27" providerId="ADAL" clId="{92497209-617C-449F-B9AE-33673A1D7D5D}" dt="2025-09-14T20:45:56.886" v="136" actId="47"/>
        <pc:sldMkLst>
          <pc:docMk/>
          <pc:sldMk cId="1815078218" sldId="350"/>
        </pc:sldMkLst>
      </pc:sldChg>
      <pc:sldChg chg="addSp delSp modSp add del mod delAnim">
        <pc:chgData name="Giuseppe Carteny" userId="6f3ddda2-1c62-49af-8fb6-e5022e6e3d27" providerId="ADAL" clId="{92497209-617C-449F-B9AE-33673A1D7D5D}" dt="2025-09-14T20:45:49.754" v="130" actId="47"/>
        <pc:sldMkLst>
          <pc:docMk/>
          <pc:sldMk cId="3900236195" sldId="350"/>
        </pc:sldMkLst>
        <pc:spChg chg="add del mod">
          <ac:chgData name="Giuseppe Carteny" userId="6f3ddda2-1c62-49af-8fb6-e5022e6e3d27" providerId="ADAL" clId="{92497209-617C-449F-B9AE-33673A1D7D5D}" dt="2025-09-14T20:43:43.776" v="99"/>
          <ac:spMkLst>
            <pc:docMk/>
            <pc:sldMk cId="3900236195" sldId="350"/>
            <ac:spMk id="30" creationId="{D53974FC-B19A-4B8D-9B31-856A60F457D3}"/>
          </ac:spMkLst>
        </pc:spChg>
        <pc:spChg chg="add del mod">
          <ac:chgData name="Giuseppe Carteny" userId="6f3ddda2-1c62-49af-8fb6-e5022e6e3d27" providerId="ADAL" clId="{92497209-617C-449F-B9AE-33673A1D7D5D}" dt="2025-09-14T20:43:43.776" v="99"/>
          <ac:spMkLst>
            <pc:docMk/>
            <pc:sldMk cId="3900236195" sldId="350"/>
            <ac:spMk id="31" creationId="{B44B36CF-7C89-4ABD-ACD3-8222BB71B2FF}"/>
          </ac:spMkLst>
        </pc:spChg>
        <pc:spChg chg="add del mod">
          <ac:chgData name="Giuseppe Carteny" userId="6f3ddda2-1c62-49af-8fb6-e5022e6e3d27" providerId="ADAL" clId="{92497209-617C-449F-B9AE-33673A1D7D5D}" dt="2025-09-14T20:43:43.776" v="99"/>
          <ac:spMkLst>
            <pc:docMk/>
            <pc:sldMk cId="3900236195" sldId="350"/>
            <ac:spMk id="32" creationId="{3EA52700-2980-4073-87F7-3D76A8192DB6}"/>
          </ac:spMkLst>
        </pc:spChg>
        <pc:spChg chg="add del mod">
          <ac:chgData name="Giuseppe Carteny" userId="6f3ddda2-1c62-49af-8fb6-e5022e6e3d27" providerId="ADAL" clId="{92497209-617C-449F-B9AE-33673A1D7D5D}" dt="2025-09-14T20:43:43.776" v="99"/>
          <ac:spMkLst>
            <pc:docMk/>
            <pc:sldMk cId="3900236195" sldId="350"/>
            <ac:spMk id="33" creationId="{9FDE2333-980E-472A-ABD2-178D6C5BD27D}"/>
          </ac:spMkLst>
        </pc:spChg>
        <pc:spChg chg="add del mod">
          <ac:chgData name="Giuseppe Carteny" userId="6f3ddda2-1c62-49af-8fb6-e5022e6e3d27" providerId="ADAL" clId="{92497209-617C-449F-B9AE-33673A1D7D5D}" dt="2025-09-14T20:43:43.776" v="99"/>
          <ac:spMkLst>
            <pc:docMk/>
            <pc:sldMk cId="3900236195" sldId="350"/>
            <ac:spMk id="34" creationId="{417339F9-1682-47E1-9D77-D02C7D12C1F1}"/>
          </ac:spMkLst>
        </pc:spChg>
        <pc:spChg chg="add del mod">
          <ac:chgData name="Giuseppe Carteny" userId="6f3ddda2-1c62-49af-8fb6-e5022e6e3d27" providerId="ADAL" clId="{92497209-617C-449F-B9AE-33673A1D7D5D}" dt="2025-09-14T20:43:43.776" v="99"/>
          <ac:spMkLst>
            <pc:docMk/>
            <pc:sldMk cId="3900236195" sldId="350"/>
            <ac:spMk id="39" creationId="{6F873FF8-0DAB-4AEB-B5D0-C5E8C9B1BCC1}"/>
          </ac:spMkLst>
        </pc:spChg>
        <pc:spChg chg="add del mod">
          <ac:chgData name="Giuseppe Carteny" userId="6f3ddda2-1c62-49af-8fb6-e5022e6e3d27" providerId="ADAL" clId="{92497209-617C-449F-B9AE-33673A1D7D5D}" dt="2025-09-14T20:43:43.776" v="99"/>
          <ac:spMkLst>
            <pc:docMk/>
            <pc:sldMk cId="3900236195" sldId="350"/>
            <ac:spMk id="43" creationId="{464301F0-4AB6-44DF-96B9-8B44D45072C2}"/>
          </ac:spMkLst>
        </pc:spChg>
        <pc:spChg chg="add del mod">
          <ac:chgData name="Giuseppe Carteny" userId="6f3ddda2-1c62-49af-8fb6-e5022e6e3d27" providerId="ADAL" clId="{92497209-617C-449F-B9AE-33673A1D7D5D}" dt="2025-09-14T20:43:43.776" v="99"/>
          <ac:spMkLst>
            <pc:docMk/>
            <pc:sldMk cId="3900236195" sldId="350"/>
            <ac:spMk id="44" creationId="{525DB1FC-93E3-45B3-A4C3-3866114D3337}"/>
          </ac:spMkLst>
        </pc:spChg>
        <pc:spChg chg="add del mod">
          <ac:chgData name="Giuseppe Carteny" userId="6f3ddda2-1c62-49af-8fb6-e5022e6e3d27" providerId="ADAL" clId="{92497209-617C-449F-B9AE-33673A1D7D5D}" dt="2025-09-14T20:43:43.776" v="99"/>
          <ac:spMkLst>
            <pc:docMk/>
            <pc:sldMk cId="3900236195" sldId="350"/>
            <ac:spMk id="47" creationId="{B78C63E4-49D9-4430-AD55-BD4DAABE9240}"/>
          </ac:spMkLst>
        </pc:spChg>
        <pc:spChg chg="add del mod">
          <ac:chgData name="Giuseppe Carteny" userId="6f3ddda2-1c62-49af-8fb6-e5022e6e3d27" providerId="ADAL" clId="{92497209-617C-449F-B9AE-33673A1D7D5D}" dt="2025-09-14T20:43:43.776" v="99"/>
          <ac:spMkLst>
            <pc:docMk/>
            <pc:sldMk cId="3900236195" sldId="350"/>
            <ac:spMk id="48" creationId="{E4BE4762-437D-40FE-9AF0-BAB47F8B31C6}"/>
          </ac:spMkLst>
        </pc:spChg>
        <pc:spChg chg="add del mod">
          <ac:chgData name="Giuseppe Carteny" userId="6f3ddda2-1c62-49af-8fb6-e5022e6e3d27" providerId="ADAL" clId="{92497209-617C-449F-B9AE-33673A1D7D5D}" dt="2025-09-14T20:43:43.776" v="99"/>
          <ac:spMkLst>
            <pc:docMk/>
            <pc:sldMk cId="3900236195" sldId="350"/>
            <ac:spMk id="49" creationId="{F119D6F5-7932-4519-8EB6-23C8F7B1077D}"/>
          </ac:spMkLst>
        </pc:spChg>
        <pc:spChg chg="add del mod">
          <ac:chgData name="Giuseppe Carteny" userId="6f3ddda2-1c62-49af-8fb6-e5022e6e3d27" providerId="ADAL" clId="{92497209-617C-449F-B9AE-33673A1D7D5D}" dt="2025-09-14T20:43:43.776" v="99"/>
          <ac:spMkLst>
            <pc:docMk/>
            <pc:sldMk cId="3900236195" sldId="350"/>
            <ac:spMk id="52" creationId="{986C6AB9-C103-4FB2-A0AB-018008F498AB}"/>
          </ac:spMkLst>
        </pc:spChg>
        <pc:spChg chg="add del mod">
          <ac:chgData name="Giuseppe Carteny" userId="6f3ddda2-1c62-49af-8fb6-e5022e6e3d27" providerId="ADAL" clId="{92497209-617C-449F-B9AE-33673A1D7D5D}" dt="2025-09-14T20:43:43.776" v="99"/>
          <ac:spMkLst>
            <pc:docMk/>
            <pc:sldMk cId="3900236195" sldId="350"/>
            <ac:spMk id="54" creationId="{032C4619-C477-4A60-8EB4-045C3FB700FF}"/>
          </ac:spMkLst>
        </pc:spChg>
        <pc:spChg chg="del">
          <ac:chgData name="Giuseppe Carteny" userId="6f3ddda2-1c62-49af-8fb6-e5022e6e3d27" providerId="ADAL" clId="{92497209-617C-449F-B9AE-33673A1D7D5D}" dt="2025-09-14T20:43:47.829" v="100" actId="478"/>
          <ac:spMkLst>
            <pc:docMk/>
            <pc:sldMk cId="3900236195" sldId="350"/>
            <ac:spMk id="55" creationId="{77FA7225-F523-4ADD-8DF3-D9288CA9313E}"/>
          </ac:spMkLst>
        </pc:spChg>
        <pc:spChg chg="del">
          <ac:chgData name="Giuseppe Carteny" userId="6f3ddda2-1c62-49af-8fb6-e5022e6e3d27" providerId="ADAL" clId="{92497209-617C-449F-B9AE-33673A1D7D5D}" dt="2025-09-14T20:43:47.829" v="100" actId="478"/>
          <ac:spMkLst>
            <pc:docMk/>
            <pc:sldMk cId="3900236195" sldId="350"/>
            <ac:spMk id="56" creationId="{68B5999C-768C-46FB-84A4-FE152D1F0D96}"/>
          </ac:spMkLst>
        </pc:spChg>
        <pc:spChg chg="del">
          <ac:chgData name="Giuseppe Carteny" userId="6f3ddda2-1c62-49af-8fb6-e5022e6e3d27" providerId="ADAL" clId="{92497209-617C-449F-B9AE-33673A1D7D5D}" dt="2025-09-14T20:43:47.829" v="100" actId="478"/>
          <ac:spMkLst>
            <pc:docMk/>
            <pc:sldMk cId="3900236195" sldId="350"/>
            <ac:spMk id="57" creationId="{18709405-9875-4DA8-A547-8FDB75E95FE8}"/>
          </ac:spMkLst>
        </pc:spChg>
        <pc:spChg chg="del">
          <ac:chgData name="Giuseppe Carteny" userId="6f3ddda2-1c62-49af-8fb6-e5022e6e3d27" providerId="ADAL" clId="{92497209-617C-449F-B9AE-33673A1D7D5D}" dt="2025-09-14T20:43:47.829" v="100" actId="478"/>
          <ac:spMkLst>
            <pc:docMk/>
            <pc:sldMk cId="3900236195" sldId="350"/>
            <ac:spMk id="58" creationId="{0928432F-90E4-4DC7-8599-B47D999B7EF2}"/>
          </ac:spMkLst>
        </pc:spChg>
        <pc:spChg chg="del">
          <ac:chgData name="Giuseppe Carteny" userId="6f3ddda2-1c62-49af-8fb6-e5022e6e3d27" providerId="ADAL" clId="{92497209-617C-449F-B9AE-33673A1D7D5D}" dt="2025-09-14T20:43:47.829" v="100" actId="478"/>
          <ac:spMkLst>
            <pc:docMk/>
            <pc:sldMk cId="3900236195" sldId="350"/>
            <ac:spMk id="59" creationId="{A6B0C8B1-C655-4248-9C33-30AFC216A3BA}"/>
          </ac:spMkLst>
        </pc:spChg>
        <pc:spChg chg="del">
          <ac:chgData name="Giuseppe Carteny" userId="6f3ddda2-1c62-49af-8fb6-e5022e6e3d27" providerId="ADAL" clId="{92497209-617C-449F-B9AE-33673A1D7D5D}" dt="2025-09-14T20:43:47.829" v="100" actId="478"/>
          <ac:spMkLst>
            <pc:docMk/>
            <pc:sldMk cId="3900236195" sldId="350"/>
            <ac:spMk id="60" creationId="{10F61043-3285-4D65-86F3-699A9D16F9D7}"/>
          </ac:spMkLst>
        </pc:spChg>
        <pc:spChg chg="del">
          <ac:chgData name="Giuseppe Carteny" userId="6f3ddda2-1c62-49af-8fb6-e5022e6e3d27" providerId="ADAL" clId="{92497209-617C-449F-B9AE-33673A1D7D5D}" dt="2025-09-14T20:43:47.829" v="100" actId="478"/>
          <ac:spMkLst>
            <pc:docMk/>
            <pc:sldMk cId="3900236195" sldId="350"/>
            <ac:spMk id="61" creationId="{6DB2A957-C869-4686-8825-C0E439B3FC53}"/>
          </ac:spMkLst>
        </pc:spChg>
        <pc:spChg chg="del">
          <ac:chgData name="Giuseppe Carteny" userId="6f3ddda2-1c62-49af-8fb6-e5022e6e3d27" providerId="ADAL" clId="{92497209-617C-449F-B9AE-33673A1D7D5D}" dt="2025-09-14T20:43:47.829" v="100" actId="478"/>
          <ac:spMkLst>
            <pc:docMk/>
            <pc:sldMk cId="3900236195" sldId="350"/>
            <ac:spMk id="62" creationId="{79E06531-E86A-454A-96FE-9B49F1EF1D3E}"/>
          </ac:spMkLst>
        </pc:spChg>
        <pc:spChg chg="del">
          <ac:chgData name="Giuseppe Carteny" userId="6f3ddda2-1c62-49af-8fb6-e5022e6e3d27" providerId="ADAL" clId="{92497209-617C-449F-B9AE-33673A1D7D5D}" dt="2025-09-14T20:43:47.829" v="100" actId="478"/>
          <ac:spMkLst>
            <pc:docMk/>
            <pc:sldMk cId="3900236195" sldId="350"/>
            <ac:spMk id="66" creationId="{8BA2B975-7991-4219-837C-B70BFD85B29E}"/>
          </ac:spMkLst>
        </pc:spChg>
        <pc:spChg chg="del">
          <ac:chgData name="Giuseppe Carteny" userId="6f3ddda2-1c62-49af-8fb6-e5022e6e3d27" providerId="ADAL" clId="{92497209-617C-449F-B9AE-33673A1D7D5D}" dt="2025-09-14T20:43:47.829" v="100" actId="478"/>
          <ac:spMkLst>
            <pc:docMk/>
            <pc:sldMk cId="3900236195" sldId="350"/>
            <ac:spMk id="73" creationId="{B0FEF8BC-9BD2-46FD-BA4F-2068BD0A053C}"/>
          </ac:spMkLst>
        </pc:spChg>
        <pc:spChg chg="del">
          <ac:chgData name="Giuseppe Carteny" userId="6f3ddda2-1c62-49af-8fb6-e5022e6e3d27" providerId="ADAL" clId="{92497209-617C-449F-B9AE-33673A1D7D5D}" dt="2025-09-14T20:43:47.829" v="100" actId="478"/>
          <ac:spMkLst>
            <pc:docMk/>
            <pc:sldMk cId="3900236195" sldId="350"/>
            <ac:spMk id="74" creationId="{44FC5286-F134-4146-BA7F-B3C7ADA13ED5}"/>
          </ac:spMkLst>
        </pc:spChg>
        <pc:spChg chg="del">
          <ac:chgData name="Giuseppe Carteny" userId="6f3ddda2-1c62-49af-8fb6-e5022e6e3d27" providerId="ADAL" clId="{92497209-617C-449F-B9AE-33673A1D7D5D}" dt="2025-09-14T20:43:47.829" v="100" actId="478"/>
          <ac:spMkLst>
            <pc:docMk/>
            <pc:sldMk cId="3900236195" sldId="350"/>
            <ac:spMk id="75" creationId="{CB2D945E-370E-44CB-B941-87C311042215}"/>
          </ac:spMkLst>
        </pc:spChg>
        <pc:spChg chg="del">
          <ac:chgData name="Giuseppe Carteny" userId="6f3ddda2-1c62-49af-8fb6-e5022e6e3d27" providerId="ADAL" clId="{92497209-617C-449F-B9AE-33673A1D7D5D}" dt="2025-09-14T20:43:47.829" v="100" actId="478"/>
          <ac:spMkLst>
            <pc:docMk/>
            <pc:sldMk cId="3900236195" sldId="350"/>
            <ac:spMk id="76" creationId="{C4F86084-FB58-4CC6-A365-52BDD59ECEBB}"/>
          </ac:spMkLst>
        </pc:spChg>
        <pc:spChg chg="del">
          <ac:chgData name="Giuseppe Carteny" userId="6f3ddda2-1c62-49af-8fb6-e5022e6e3d27" providerId="ADAL" clId="{92497209-617C-449F-B9AE-33673A1D7D5D}" dt="2025-09-14T20:43:47.829" v="100" actId="478"/>
          <ac:spMkLst>
            <pc:docMk/>
            <pc:sldMk cId="3900236195" sldId="350"/>
            <ac:spMk id="77" creationId="{07DD3421-51AD-4303-B45D-65469F3B7978}"/>
          </ac:spMkLst>
        </pc:spChg>
        <pc:spChg chg="del">
          <ac:chgData name="Giuseppe Carteny" userId="6f3ddda2-1c62-49af-8fb6-e5022e6e3d27" providerId="ADAL" clId="{92497209-617C-449F-B9AE-33673A1D7D5D}" dt="2025-09-14T20:43:47.829" v="100" actId="478"/>
          <ac:spMkLst>
            <pc:docMk/>
            <pc:sldMk cId="3900236195" sldId="350"/>
            <ac:spMk id="78" creationId="{F509384E-80C1-4113-8B67-5CD82C3AE75E}"/>
          </ac:spMkLst>
        </pc:spChg>
        <pc:spChg chg="add del mod">
          <ac:chgData name="Giuseppe Carteny" userId="6f3ddda2-1c62-49af-8fb6-e5022e6e3d27" providerId="ADAL" clId="{92497209-617C-449F-B9AE-33673A1D7D5D}" dt="2025-09-14T20:43:43.776" v="99"/>
          <ac:spMkLst>
            <pc:docMk/>
            <pc:sldMk cId="3900236195" sldId="350"/>
            <ac:spMk id="81" creationId="{2278C4D5-CEEC-47FB-BBBF-0CF342736499}"/>
          </ac:spMkLst>
        </pc:spChg>
        <pc:spChg chg="add del mod">
          <ac:chgData name="Giuseppe Carteny" userId="6f3ddda2-1c62-49af-8fb6-e5022e6e3d27" providerId="ADAL" clId="{92497209-617C-449F-B9AE-33673A1D7D5D}" dt="2025-09-14T20:43:43.776" v="99"/>
          <ac:spMkLst>
            <pc:docMk/>
            <pc:sldMk cId="3900236195" sldId="350"/>
            <ac:spMk id="82" creationId="{7288E375-5D02-4C0F-AAAD-D60882E71AB5}"/>
          </ac:spMkLst>
        </pc:spChg>
        <pc:spChg chg="add mod">
          <ac:chgData name="Giuseppe Carteny" userId="6f3ddda2-1c62-49af-8fb6-e5022e6e3d27" providerId="ADAL" clId="{92497209-617C-449F-B9AE-33673A1D7D5D}" dt="2025-09-14T20:43:48.713" v="101"/>
          <ac:spMkLst>
            <pc:docMk/>
            <pc:sldMk cId="3900236195" sldId="350"/>
            <ac:spMk id="83" creationId="{4CCACDE4-6D8F-4A02-86F6-017D1EE049BA}"/>
          </ac:spMkLst>
        </pc:spChg>
        <pc:spChg chg="add mod">
          <ac:chgData name="Giuseppe Carteny" userId="6f3ddda2-1c62-49af-8fb6-e5022e6e3d27" providerId="ADAL" clId="{92497209-617C-449F-B9AE-33673A1D7D5D}" dt="2025-09-14T20:45:46.828" v="126" actId="1076"/>
          <ac:spMkLst>
            <pc:docMk/>
            <pc:sldMk cId="3900236195" sldId="350"/>
            <ac:spMk id="84" creationId="{781E2F97-42D7-4CC1-BEA8-CC3EA442F84D}"/>
          </ac:spMkLst>
        </pc:spChg>
        <pc:spChg chg="add mod">
          <ac:chgData name="Giuseppe Carteny" userId="6f3ddda2-1c62-49af-8fb6-e5022e6e3d27" providerId="ADAL" clId="{92497209-617C-449F-B9AE-33673A1D7D5D}" dt="2025-09-14T20:43:48.713" v="101"/>
          <ac:spMkLst>
            <pc:docMk/>
            <pc:sldMk cId="3900236195" sldId="350"/>
            <ac:spMk id="85" creationId="{C52EE21B-50BC-4F6B-BC59-779306D3D62A}"/>
          </ac:spMkLst>
        </pc:spChg>
        <pc:spChg chg="add mod">
          <ac:chgData name="Giuseppe Carteny" userId="6f3ddda2-1c62-49af-8fb6-e5022e6e3d27" providerId="ADAL" clId="{92497209-617C-449F-B9AE-33673A1D7D5D}" dt="2025-09-14T20:43:48.713" v="101"/>
          <ac:spMkLst>
            <pc:docMk/>
            <pc:sldMk cId="3900236195" sldId="350"/>
            <ac:spMk id="86" creationId="{9CD687A7-66A1-487A-97B0-FBC74FF017A5}"/>
          </ac:spMkLst>
        </pc:spChg>
        <pc:spChg chg="add mod">
          <ac:chgData name="Giuseppe Carteny" userId="6f3ddda2-1c62-49af-8fb6-e5022e6e3d27" providerId="ADAL" clId="{92497209-617C-449F-B9AE-33673A1D7D5D}" dt="2025-09-14T20:43:48.713" v="101"/>
          <ac:spMkLst>
            <pc:docMk/>
            <pc:sldMk cId="3900236195" sldId="350"/>
            <ac:spMk id="87" creationId="{B460D9EF-2AA8-4633-AE95-D96643EF27C6}"/>
          </ac:spMkLst>
        </pc:spChg>
        <pc:spChg chg="add mod">
          <ac:chgData name="Giuseppe Carteny" userId="6f3ddda2-1c62-49af-8fb6-e5022e6e3d27" providerId="ADAL" clId="{92497209-617C-449F-B9AE-33673A1D7D5D}" dt="2025-09-14T20:43:48.713" v="101"/>
          <ac:spMkLst>
            <pc:docMk/>
            <pc:sldMk cId="3900236195" sldId="350"/>
            <ac:spMk id="92" creationId="{4F10854F-4BCB-4FFE-AB76-BBB2C7843540}"/>
          </ac:spMkLst>
        </pc:spChg>
        <pc:spChg chg="add mod">
          <ac:chgData name="Giuseppe Carteny" userId="6f3ddda2-1c62-49af-8fb6-e5022e6e3d27" providerId="ADAL" clId="{92497209-617C-449F-B9AE-33673A1D7D5D}" dt="2025-09-14T20:43:48.713" v="101"/>
          <ac:spMkLst>
            <pc:docMk/>
            <pc:sldMk cId="3900236195" sldId="350"/>
            <ac:spMk id="96" creationId="{6D9FF62A-8AF4-4EB5-BBC0-7D682E170DB4}"/>
          </ac:spMkLst>
        </pc:spChg>
        <pc:spChg chg="add mod">
          <ac:chgData name="Giuseppe Carteny" userId="6f3ddda2-1c62-49af-8fb6-e5022e6e3d27" providerId="ADAL" clId="{92497209-617C-449F-B9AE-33673A1D7D5D}" dt="2025-09-14T20:43:48.713" v="101"/>
          <ac:spMkLst>
            <pc:docMk/>
            <pc:sldMk cId="3900236195" sldId="350"/>
            <ac:spMk id="97" creationId="{26554DF8-27E9-401D-8FE1-92C1F2598278}"/>
          </ac:spMkLst>
        </pc:spChg>
        <pc:spChg chg="add mod">
          <ac:chgData name="Giuseppe Carteny" userId="6f3ddda2-1c62-49af-8fb6-e5022e6e3d27" providerId="ADAL" clId="{92497209-617C-449F-B9AE-33673A1D7D5D}" dt="2025-09-14T20:43:48.713" v="101"/>
          <ac:spMkLst>
            <pc:docMk/>
            <pc:sldMk cId="3900236195" sldId="350"/>
            <ac:spMk id="100" creationId="{8E279DD4-A2BE-49AE-95C0-88D8CA2BBF03}"/>
          </ac:spMkLst>
        </pc:spChg>
        <pc:spChg chg="add mod">
          <ac:chgData name="Giuseppe Carteny" userId="6f3ddda2-1c62-49af-8fb6-e5022e6e3d27" providerId="ADAL" clId="{92497209-617C-449F-B9AE-33673A1D7D5D}" dt="2025-09-14T20:43:48.713" v="101"/>
          <ac:spMkLst>
            <pc:docMk/>
            <pc:sldMk cId="3900236195" sldId="350"/>
            <ac:spMk id="101" creationId="{A8EEC860-DE88-40D7-8EFE-F1428FC93B4A}"/>
          </ac:spMkLst>
        </pc:spChg>
        <pc:spChg chg="add mod">
          <ac:chgData name="Giuseppe Carteny" userId="6f3ddda2-1c62-49af-8fb6-e5022e6e3d27" providerId="ADAL" clId="{92497209-617C-449F-B9AE-33673A1D7D5D}" dt="2025-09-14T20:43:48.713" v="101"/>
          <ac:spMkLst>
            <pc:docMk/>
            <pc:sldMk cId="3900236195" sldId="350"/>
            <ac:spMk id="102" creationId="{E7456CF2-968A-4A83-ACA7-DC3B66E8CD86}"/>
          </ac:spMkLst>
        </pc:spChg>
        <pc:spChg chg="add mod">
          <ac:chgData name="Giuseppe Carteny" userId="6f3ddda2-1c62-49af-8fb6-e5022e6e3d27" providerId="ADAL" clId="{92497209-617C-449F-B9AE-33673A1D7D5D}" dt="2025-09-14T20:43:48.713" v="101"/>
          <ac:spMkLst>
            <pc:docMk/>
            <pc:sldMk cId="3900236195" sldId="350"/>
            <ac:spMk id="105" creationId="{F49BF1A1-F6F9-4101-991E-C92DC9CC8CA8}"/>
          </ac:spMkLst>
        </pc:spChg>
        <pc:spChg chg="add mod">
          <ac:chgData name="Giuseppe Carteny" userId="6f3ddda2-1c62-49af-8fb6-e5022e6e3d27" providerId="ADAL" clId="{92497209-617C-449F-B9AE-33673A1D7D5D}" dt="2025-09-14T20:43:48.713" v="101"/>
          <ac:spMkLst>
            <pc:docMk/>
            <pc:sldMk cId="3900236195" sldId="350"/>
            <ac:spMk id="107" creationId="{3A7B9465-9E05-4F04-B22A-29CFE0153B04}"/>
          </ac:spMkLst>
        </pc:spChg>
        <pc:spChg chg="add mod">
          <ac:chgData name="Giuseppe Carteny" userId="6f3ddda2-1c62-49af-8fb6-e5022e6e3d27" providerId="ADAL" clId="{92497209-617C-449F-B9AE-33673A1D7D5D}" dt="2025-09-14T20:43:48.713" v="101"/>
          <ac:spMkLst>
            <pc:docMk/>
            <pc:sldMk cId="3900236195" sldId="350"/>
            <ac:spMk id="108" creationId="{2E9EEB1D-83EB-4AE9-9730-D0F107DD12A1}"/>
          </ac:spMkLst>
        </pc:spChg>
        <pc:spChg chg="add mod">
          <ac:chgData name="Giuseppe Carteny" userId="6f3ddda2-1c62-49af-8fb6-e5022e6e3d27" providerId="ADAL" clId="{92497209-617C-449F-B9AE-33673A1D7D5D}" dt="2025-09-14T20:43:48.713" v="101"/>
          <ac:spMkLst>
            <pc:docMk/>
            <pc:sldMk cId="3900236195" sldId="350"/>
            <ac:spMk id="109" creationId="{D9381DC3-57F0-44E8-8C95-DFA103391CD7}"/>
          </ac:spMkLst>
        </pc:spChg>
        <pc:spChg chg="del">
          <ac:chgData name="Giuseppe Carteny" userId="6f3ddda2-1c62-49af-8fb6-e5022e6e3d27" providerId="ADAL" clId="{92497209-617C-449F-B9AE-33673A1D7D5D}" dt="2025-09-14T20:43:47.829" v="100" actId="478"/>
          <ac:spMkLst>
            <pc:docMk/>
            <pc:sldMk cId="3900236195" sldId="350"/>
            <ac:spMk id="137" creationId="{B6367717-0550-4DC6-B7F3-67434B5DF206}"/>
          </ac:spMkLst>
        </pc:spChg>
        <pc:spChg chg="mod">
          <ac:chgData name="Giuseppe Carteny" userId="6f3ddda2-1c62-49af-8fb6-e5022e6e3d27" providerId="ADAL" clId="{92497209-617C-449F-B9AE-33673A1D7D5D}" dt="2025-09-14T20:41:52.356" v="97" actId="20577"/>
          <ac:spMkLst>
            <pc:docMk/>
            <pc:sldMk cId="3900236195" sldId="350"/>
            <ac:spMk id="609" creationId="{00000000-0000-0000-0000-000000000000}"/>
          </ac:spMkLst>
        </pc:spChg>
        <pc:cxnChg chg="add del mod">
          <ac:chgData name="Giuseppe Carteny" userId="6f3ddda2-1c62-49af-8fb6-e5022e6e3d27" providerId="ADAL" clId="{92497209-617C-449F-B9AE-33673A1D7D5D}" dt="2025-09-14T20:43:43.776" v="99"/>
          <ac:cxnSpMkLst>
            <pc:docMk/>
            <pc:sldMk cId="3900236195" sldId="350"/>
            <ac:cxnSpMk id="35" creationId="{C4B0C208-1CCD-4998-881A-2C5D84556479}"/>
          </ac:cxnSpMkLst>
        </pc:cxnChg>
        <pc:cxnChg chg="add del mod">
          <ac:chgData name="Giuseppe Carteny" userId="6f3ddda2-1c62-49af-8fb6-e5022e6e3d27" providerId="ADAL" clId="{92497209-617C-449F-B9AE-33673A1D7D5D}" dt="2025-09-14T20:43:43.776" v="99"/>
          <ac:cxnSpMkLst>
            <pc:docMk/>
            <pc:sldMk cId="3900236195" sldId="350"/>
            <ac:cxnSpMk id="36" creationId="{872E6611-D512-4291-9F2E-BD3C77D09A5D}"/>
          </ac:cxnSpMkLst>
        </pc:cxnChg>
        <pc:cxnChg chg="add del mod">
          <ac:chgData name="Giuseppe Carteny" userId="6f3ddda2-1c62-49af-8fb6-e5022e6e3d27" providerId="ADAL" clId="{92497209-617C-449F-B9AE-33673A1D7D5D}" dt="2025-09-14T20:43:43.776" v="99"/>
          <ac:cxnSpMkLst>
            <pc:docMk/>
            <pc:sldMk cId="3900236195" sldId="350"/>
            <ac:cxnSpMk id="37" creationId="{B718F5DE-9F4F-45DF-A1F8-C85E1E0DBD6D}"/>
          </ac:cxnSpMkLst>
        </pc:cxnChg>
        <pc:cxnChg chg="add del mod">
          <ac:chgData name="Giuseppe Carteny" userId="6f3ddda2-1c62-49af-8fb6-e5022e6e3d27" providerId="ADAL" clId="{92497209-617C-449F-B9AE-33673A1D7D5D}" dt="2025-09-14T20:43:43.776" v="99"/>
          <ac:cxnSpMkLst>
            <pc:docMk/>
            <pc:sldMk cId="3900236195" sldId="350"/>
            <ac:cxnSpMk id="38" creationId="{D59CD1D4-7882-4908-8692-D26B20B82DD1}"/>
          </ac:cxnSpMkLst>
        </pc:cxnChg>
        <pc:cxnChg chg="add del mod">
          <ac:chgData name="Giuseppe Carteny" userId="6f3ddda2-1c62-49af-8fb6-e5022e6e3d27" providerId="ADAL" clId="{92497209-617C-449F-B9AE-33673A1D7D5D}" dt="2025-09-14T20:43:43.776" v="99"/>
          <ac:cxnSpMkLst>
            <pc:docMk/>
            <pc:sldMk cId="3900236195" sldId="350"/>
            <ac:cxnSpMk id="40" creationId="{3BE68710-63C3-433B-A933-C7A8ECF37D3F}"/>
          </ac:cxnSpMkLst>
        </pc:cxnChg>
        <pc:cxnChg chg="add del mod">
          <ac:chgData name="Giuseppe Carteny" userId="6f3ddda2-1c62-49af-8fb6-e5022e6e3d27" providerId="ADAL" clId="{92497209-617C-449F-B9AE-33673A1D7D5D}" dt="2025-09-14T20:43:43.776" v="99"/>
          <ac:cxnSpMkLst>
            <pc:docMk/>
            <pc:sldMk cId="3900236195" sldId="350"/>
            <ac:cxnSpMk id="41" creationId="{15C82BFB-FD17-426A-8129-5DE1901BE65A}"/>
          </ac:cxnSpMkLst>
        </pc:cxnChg>
        <pc:cxnChg chg="add del mod">
          <ac:chgData name="Giuseppe Carteny" userId="6f3ddda2-1c62-49af-8fb6-e5022e6e3d27" providerId="ADAL" clId="{92497209-617C-449F-B9AE-33673A1D7D5D}" dt="2025-09-14T20:43:43.776" v="99"/>
          <ac:cxnSpMkLst>
            <pc:docMk/>
            <pc:sldMk cId="3900236195" sldId="350"/>
            <ac:cxnSpMk id="42" creationId="{C2E604F0-ADE0-485B-A347-28F97B6BFFFD}"/>
          </ac:cxnSpMkLst>
        </pc:cxnChg>
        <pc:cxnChg chg="add del mod">
          <ac:chgData name="Giuseppe Carteny" userId="6f3ddda2-1c62-49af-8fb6-e5022e6e3d27" providerId="ADAL" clId="{92497209-617C-449F-B9AE-33673A1D7D5D}" dt="2025-09-14T20:43:43.776" v="99"/>
          <ac:cxnSpMkLst>
            <pc:docMk/>
            <pc:sldMk cId="3900236195" sldId="350"/>
            <ac:cxnSpMk id="45" creationId="{613C8D1C-F108-4B45-98A5-71844DDBE8AA}"/>
          </ac:cxnSpMkLst>
        </pc:cxnChg>
        <pc:cxnChg chg="add del mod">
          <ac:chgData name="Giuseppe Carteny" userId="6f3ddda2-1c62-49af-8fb6-e5022e6e3d27" providerId="ADAL" clId="{92497209-617C-449F-B9AE-33673A1D7D5D}" dt="2025-09-14T20:43:43.776" v="99"/>
          <ac:cxnSpMkLst>
            <pc:docMk/>
            <pc:sldMk cId="3900236195" sldId="350"/>
            <ac:cxnSpMk id="46" creationId="{1ABC8127-B002-42C5-844C-B221C3BB6CE9}"/>
          </ac:cxnSpMkLst>
        </pc:cxnChg>
        <pc:cxnChg chg="add del mod">
          <ac:chgData name="Giuseppe Carteny" userId="6f3ddda2-1c62-49af-8fb6-e5022e6e3d27" providerId="ADAL" clId="{92497209-617C-449F-B9AE-33673A1D7D5D}" dt="2025-09-14T20:43:43.776" v="99"/>
          <ac:cxnSpMkLst>
            <pc:docMk/>
            <pc:sldMk cId="3900236195" sldId="350"/>
            <ac:cxnSpMk id="50" creationId="{7CE92688-E120-455E-875A-5D475C309643}"/>
          </ac:cxnSpMkLst>
        </pc:cxnChg>
        <pc:cxnChg chg="add del mod">
          <ac:chgData name="Giuseppe Carteny" userId="6f3ddda2-1c62-49af-8fb6-e5022e6e3d27" providerId="ADAL" clId="{92497209-617C-449F-B9AE-33673A1D7D5D}" dt="2025-09-14T20:43:43.776" v="99"/>
          <ac:cxnSpMkLst>
            <pc:docMk/>
            <pc:sldMk cId="3900236195" sldId="350"/>
            <ac:cxnSpMk id="51" creationId="{7F9D51DB-D32B-4556-B5C4-52E1C54DB601}"/>
          </ac:cxnSpMkLst>
        </pc:cxnChg>
        <pc:cxnChg chg="add del mod">
          <ac:chgData name="Giuseppe Carteny" userId="6f3ddda2-1c62-49af-8fb6-e5022e6e3d27" providerId="ADAL" clId="{92497209-617C-449F-B9AE-33673A1D7D5D}" dt="2025-09-14T20:43:43.776" v="99"/>
          <ac:cxnSpMkLst>
            <pc:docMk/>
            <pc:sldMk cId="3900236195" sldId="350"/>
            <ac:cxnSpMk id="53" creationId="{6676552A-6C88-4942-BBC8-E234C710B4E0}"/>
          </ac:cxnSpMkLst>
        </pc:cxnChg>
        <pc:cxnChg chg="del mod">
          <ac:chgData name="Giuseppe Carteny" userId="6f3ddda2-1c62-49af-8fb6-e5022e6e3d27" providerId="ADAL" clId="{92497209-617C-449F-B9AE-33673A1D7D5D}" dt="2025-09-14T20:43:47.829" v="100" actId="478"/>
          <ac:cxnSpMkLst>
            <pc:docMk/>
            <pc:sldMk cId="3900236195" sldId="350"/>
            <ac:cxnSpMk id="63" creationId="{8B06F0B0-A8E1-4860-94AC-C9D6776451D8}"/>
          </ac:cxnSpMkLst>
        </pc:cxnChg>
        <pc:cxnChg chg="del mod">
          <ac:chgData name="Giuseppe Carteny" userId="6f3ddda2-1c62-49af-8fb6-e5022e6e3d27" providerId="ADAL" clId="{92497209-617C-449F-B9AE-33673A1D7D5D}" dt="2025-09-14T20:43:47.829" v="100" actId="478"/>
          <ac:cxnSpMkLst>
            <pc:docMk/>
            <pc:sldMk cId="3900236195" sldId="350"/>
            <ac:cxnSpMk id="64" creationId="{73141806-9EDF-432A-B75E-86346369653E}"/>
          </ac:cxnSpMkLst>
        </pc:cxnChg>
        <pc:cxnChg chg="del mod">
          <ac:chgData name="Giuseppe Carteny" userId="6f3ddda2-1c62-49af-8fb6-e5022e6e3d27" providerId="ADAL" clId="{92497209-617C-449F-B9AE-33673A1D7D5D}" dt="2025-09-14T20:43:47.829" v="100" actId="478"/>
          <ac:cxnSpMkLst>
            <pc:docMk/>
            <pc:sldMk cId="3900236195" sldId="350"/>
            <ac:cxnSpMk id="65" creationId="{956318B6-72F7-4E9A-A25F-E2A0E08D37F5}"/>
          </ac:cxnSpMkLst>
        </pc:cxnChg>
        <pc:cxnChg chg="del mod">
          <ac:chgData name="Giuseppe Carteny" userId="6f3ddda2-1c62-49af-8fb6-e5022e6e3d27" providerId="ADAL" clId="{92497209-617C-449F-B9AE-33673A1D7D5D}" dt="2025-09-14T20:43:47.829" v="100" actId="478"/>
          <ac:cxnSpMkLst>
            <pc:docMk/>
            <pc:sldMk cId="3900236195" sldId="350"/>
            <ac:cxnSpMk id="67" creationId="{9F429E8E-58AD-49E9-A1BB-FE46D62F77DB}"/>
          </ac:cxnSpMkLst>
        </pc:cxnChg>
        <pc:cxnChg chg="del mod">
          <ac:chgData name="Giuseppe Carteny" userId="6f3ddda2-1c62-49af-8fb6-e5022e6e3d27" providerId="ADAL" clId="{92497209-617C-449F-B9AE-33673A1D7D5D}" dt="2025-09-14T20:43:47.829" v="100" actId="478"/>
          <ac:cxnSpMkLst>
            <pc:docMk/>
            <pc:sldMk cId="3900236195" sldId="350"/>
            <ac:cxnSpMk id="68" creationId="{157DEE15-771C-4EF8-A3F1-48B6D7655669}"/>
          </ac:cxnSpMkLst>
        </pc:cxnChg>
        <pc:cxnChg chg="del mod">
          <ac:chgData name="Giuseppe Carteny" userId="6f3ddda2-1c62-49af-8fb6-e5022e6e3d27" providerId="ADAL" clId="{92497209-617C-449F-B9AE-33673A1D7D5D}" dt="2025-09-14T20:43:47.829" v="100" actId="478"/>
          <ac:cxnSpMkLst>
            <pc:docMk/>
            <pc:sldMk cId="3900236195" sldId="350"/>
            <ac:cxnSpMk id="69" creationId="{1A4E665C-80E3-4E20-8A70-B25D135AFFE9}"/>
          </ac:cxnSpMkLst>
        </pc:cxnChg>
        <pc:cxnChg chg="del mod">
          <ac:chgData name="Giuseppe Carteny" userId="6f3ddda2-1c62-49af-8fb6-e5022e6e3d27" providerId="ADAL" clId="{92497209-617C-449F-B9AE-33673A1D7D5D}" dt="2025-09-14T20:43:47.829" v="100" actId="478"/>
          <ac:cxnSpMkLst>
            <pc:docMk/>
            <pc:sldMk cId="3900236195" sldId="350"/>
            <ac:cxnSpMk id="70" creationId="{1A4779EF-5E4D-4F2D-96C4-CB3A6207EEF3}"/>
          </ac:cxnSpMkLst>
        </pc:cxnChg>
        <pc:cxnChg chg="del mod">
          <ac:chgData name="Giuseppe Carteny" userId="6f3ddda2-1c62-49af-8fb6-e5022e6e3d27" providerId="ADAL" clId="{92497209-617C-449F-B9AE-33673A1D7D5D}" dt="2025-09-14T20:43:47.829" v="100" actId="478"/>
          <ac:cxnSpMkLst>
            <pc:docMk/>
            <pc:sldMk cId="3900236195" sldId="350"/>
            <ac:cxnSpMk id="71" creationId="{5248B071-7DB2-48A3-8106-1A6506EFCFB6}"/>
          </ac:cxnSpMkLst>
        </pc:cxnChg>
        <pc:cxnChg chg="del mod">
          <ac:chgData name="Giuseppe Carteny" userId="6f3ddda2-1c62-49af-8fb6-e5022e6e3d27" providerId="ADAL" clId="{92497209-617C-449F-B9AE-33673A1D7D5D}" dt="2025-09-14T20:43:47.829" v="100" actId="478"/>
          <ac:cxnSpMkLst>
            <pc:docMk/>
            <pc:sldMk cId="3900236195" sldId="350"/>
            <ac:cxnSpMk id="72" creationId="{8B8B4D56-4063-44B7-944D-FD59D19241A3}"/>
          </ac:cxnSpMkLst>
        </pc:cxnChg>
        <pc:cxnChg chg="del mod">
          <ac:chgData name="Giuseppe Carteny" userId="6f3ddda2-1c62-49af-8fb6-e5022e6e3d27" providerId="ADAL" clId="{92497209-617C-449F-B9AE-33673A1D7D5D}" dt="2025-09-14T20:43:47.829" v="100" actId="478"/>
          <ac:cxnSpMkLst>
            <pc:docMk/>
            <pc:sldMk cId="3900236195" sldId="350"/>
            <ac:cxnSpMk id="79" creationId="{B07AACFB-D747-4910-9632-2C4C8B0EC449}"/>
          </ac:cxnSpMkLst>
        </pc:cxnChg>
        <pc:cxnChg chg="del mod">
          <ac:chgData name="Giuseppe Carteny" userId="6f3ddda2-1c62-49af-8fb6-e5022e6e3d27" providerId="ADAL" clId="{92497209-617C-449F-B9AE-33673A1D7D5D}" dt="2025-09-14T20:43:47.829" v="100" actId="478"/>
          <ac:cxnSpMkLst>
            <pc:docMk/>
            <pc:sldMk cId="3900236195" sldId="350"/>
            <ac:cxnSpMk id="80" creationId="{29D67D22-8BF5-41D1-8B1F-E5AB6C297A41}"/>
          </ac:cxnSpMkLst>
        </pc:cxnChg>
        <pc:cxnChg chg="add mod">
          <ac:chgData name="Giuseppe Carteny" userId="6f3ddda2-1c62-49af-8fb6-e5022e6e3d27" providerId="ADAL" clId="{92497209-617C-449F-B9AE-33673A1D7D5D}" dt="2025-09-14T20:43:48.713" v="101"/>
          <ac:cxnSpMkLst>
            <pc:docMk/>
            <pc:sldMk cId="3900236195" sldId="350"/>
            <ac:cxnSpMk id="88" creationId="{B52B6FF1-38C6-42A6-9EC7-701F594AD825}"/>
          </ac:cxnSpMkLst>
        </pc:cxnChg>
        <pc:cxnChg chg="add mod">
          <ac:chgData name="Giuseppe Carteny" userId="6f3ddda2-1c62-49af-8fb6-e5022e6e3d27" providerId="ADAL" clId="{92497209-617C-449F-B9AE-33673A1D7D5D}" dt="2025-09-14T20:45:46.860" v="127" actId="1076"/>
          <ac:cxnSpMkLst>
            <pc:docMk/>
            <pc:sldMk cId="3900236195" sldId="350"/>
            <ac:cxnSpMk id="89" creationId="{0EBBB191-BC75-40AE-A341-E1AB57E005FB}"/>
          </ac:cxnSpMkLst>
        </pc:cxnChg>
        <pc:cxnChg chg="add mod">
          <ac:chgData name="Giuseppe Carteny" userId="6f3ddda2-1c62-49af-8fb6-e5022e6e3d27" providerId="ADAL" clId="{92497209-617C-449F-B9AE-33673A1D7D5D}" dt="2025-09-14T20:45:46.892" v="128" actId="1076"/>
          <ac:cxnSpMkLst>
            <pc:docMk/>
            <pc:sldMk cId="3900236195" sldId="350"/>
            <ac:cxnSpMk id="90" creationId="{7AC86FCC-59E1-43BD-AC9F-924CE6F2474D}"/>
          </ac:cxnSpMkLst>
        </pc:cxnChg>
        <pc:cxnChg chg="add mod">
          <ac:chgData name="Giuseppe Carteny" userId="6f3ddda2-1c62-49af-8fb6-e5022e6e3d27" providerId="ADAL" clId="{92497209-617C-449F-B9AE-33673A1D7D5D}" dt="2025-09-14T20:45:46.924" v="129" actId="1076"/>
          <ac:cxnSpMkLst>
            <pc:docMk/>
            <pc:sldMk cId="3900236195" sldId="350"/>
            <ac:cxnSpMk id="91" creationId="{F748C779-E293-4299-AB3B-BFA5CED2AFC4}"/>
          </ac:cxnSpMkLst>
        </pc:cxnChg>
        <pc:cxnChg chg="add mod">
          <ac:chgData name="Giuseppe Carteny" userId="6f3ddda2-1c62-49af-8fb6-e5022e6e3d27" providerId="ADAL" clId="{92497209-617C-449F-B9AE-33673A1D7D5D}" dt="2025-09-14T20:43:48.713" v="101"/>
          <ac:cxnSpMkLst>
            <pc:docMk/>
            <pc:sldMk cId="3900236195" sldId="350"/>
            <ac:cxnSpMk id="93" creationId="{FF03837A-805B-4FD9-BDB6-2088FE5D6DCD}"/>
          </ac:cxnSpMkLst>
        </pc:cxnChg>
        <pc:cxnChg chg="add mod">
          <ac:chgData name="Giuseppe Carteny" userId="6f3ddda2-1c62-49af-8fb6-e5022e6e3d27" providerId="ADAL" clId="{92497209-617C-449F-B9AE-33673A1D7D5D}" dt="2025-09-14T20:43:48.713" v="101"/>
          <ac:cxnSpMkLst>
            <pc:docMk/>
            <pc:sldMk cId="3900236195" sldId="350"/>
            <ac:cxnSpMk id="94" creationId="{FBCF3FA9-176A-4B89-A5F0-7FE9FD33CEEC}"/>
          </ac:cxnSpMkLst>
        </pc:cxnChg>
        <pc:cxnChg chg="add mod">
          <ac:chgData name="Giuseppe Carteny" userId="6f3ddda2-1c62-49af-8fb6-e5022e6e3d27" providerId="ADAL" clId="{92497209-617C-449F-B9AE-33673A1D7D5D}" dt="2025-09-14T20:43:48.713" v="101"/>
          <ac:cxnSpMkLst>
            <pc:docMk/>
            <pc:sldMk cId="3900236195" sldId="350"/>
            <ac:cxnSpMk id="95" creationId="{1197FD3B-8576-45A3-851F-1A093DA26203}"/>
          </ac:cxnSpMkLst>
        </pc:cxnChg>
        <pc:cxnChg chg="add mod">
          <ac:chgData name="Giuseppe Carteny" userId="6f3ddda2-1c62-49af-8fb6-e5022e6e3d27" providerId="ADAL" clId="{92497209-617C-449F-B9AE-33673A1D7D5D}" dt="2025-09-14T20:43:48.713" v="101"/>
          <ac:cxnSpMkLst>
            <pc:docMk/>
            <pc:sldMk cId="3900236195" sldId="350"/>
            <ac:cxnSpMk id="98" creationId="{C0398C39-F107-47A2-809F-3F541FBF936C}"/>
          </ac:cxnSpMkLst>
        </pc:cxnChg>
        <pc:cxnChg chg="add mod">
          <ac:chgData name="Giuseppe Carteny" userId="6f3ddda2-1c62-49af-8fb6-e5022e6e3d27" providerId="ADAL" clId="{92497209-617C-449F-B9AE-33673A1D7D5D}" dt="2025-09-14T20:43:48.713" v="101"/>
          <ac:cxnSpMkLst>
            <pc:docMk/>
            <pc:sldMk cId="3900236195" sldId="350"/>
            <ac:cxnSpMk id="99" creationId="{BD44920B-61B7-4DEE-A37A-0609BA9688E6}"/>
          </ac:cxnSpMkLst>
        </pc:cxnChg>
        <pc:cxnChg chg="add mod">
          <ac:chgData name="Giuseppe Carteny" userId="6f3ddda2-1c62-49af-8fb6-e5022e6e3d27" providerId="ADAL" clId="{92497209-617C-449F-B9AE-33673A1D7D5D}" dt="2025-09-14T20:43:48.713" v="101"/>
          <ac:cxnSpMkLst>
            <pc:docMk/>
            <pc:sldMk cId="3900236195" sldId="350"/>
            <ac:cxnSpMk id="103" creationId="{A31BC480-F194-47A4-976E-52B8A29082FC}"/>
          </ac:cxnSpMkLst>
        </pc:cxnChg>
        <pc:cxnChg chg="add mod">
          <ac:chgData name="Giuseppe Carteny" userId="6f3ddda2-1c62-49af-8fb6-e5022e6e3d27" providerId="ADAL" clId="{92497209-617C-449F-B9AE-33673A1D7D5D}" dt="2025-09-14T20:43:48.713" v="101"/>
          <ac:cxnSpMkLst>
            <pc:docMk/>
            <pc:sldMk cId="3900236195" sldId="350"/>
            <ac:cxnSpMk id="104" creationId="{9A5EAED9-665C-47EC-B2CD-D8321430EC70}"/>
          </ac:cxnSpMkLst>
        </pc:cxnChg>
        <pc:cxnChg chg="add mod">
          <ac:chgData name="Giuseppe Carteny" userId="6f3ddda2-1c62-49af-8fb6-e5022e6e3d27" providerId="ADAL" clId="{92497209-617C-449F-B9AE-33673A1D7D5D}" dt="2025-09-14T20:43:48.713" v="101"/>
          <ac:cxnSpMkLst>
            <pc:docMk/>
            <pc:sldMk cId="3900236195" sldId="350"/>
            <ac:cxnSpMk id="106" creationId="{95071458-3290-4B25-B036-C46AAD1EA2E4}"/>
          </ac:cxnSpMkLst>
        </pc:cxnChg>
      </pc:sldChg>
      <pc:sldChg chg="addSp delSp modSp add mod ord delAnim modAnim">
        <pc:chgData name="Giuseppe Carteny" userId="6f3ddda2-1c62-49af-8fb6-e5022e6e3d27" providerId="ADAL" clId="{92497209-617C-449F-B9AE-33673A1D7D5D}" dt="2025-09-15T12:31:46.973" v="936" actId="1076"/>
        <pc:sldMkLst>
          <pc:docMk/>
          <pc:sldMk cId="295305309" sldId="351"/>
        </pc:sldMkLst>
        <pc:spChg chg="add mod">
          <ac:chgData name="Giuseppe Carteny" userId="6f3ddda2-1c62-49af-8fb6-e5022e6e3d27" providerId="ADAL" clId="{92497209-617C-449F-B9AE-33673A1D7D5D}" dt="2025-09-14T20:49:06.535" v="157"/>
          <ac:spMkLst>
            <pc:docMk/>
            <pc:sldMk cId="295305309" sldId="351"/>
            <ac:spMk id="31" creationId="{FFF5B885-7199-4E04-8D31-7F50141CBFBE}"/>
          </ac:spMkLst>
        </pc:spChg>
        <pc:spChg chg="add del mod">
          <ac:chgData name="Giuseppe Carteny" userId="6f3ddda2-1c62-49af-8fb6-e5022e6e3d27" providerId="ADAL" clId="{92497209-617C-449F-B9AE-33673A1D7D5D}" dt="2025-09-14T20:51:04.613" v="168"/>
          <ac:spMkLst>
            <pc:docMk/>
            <pc:sldMk cId="295305309" sldId="351"/>
            <ac:spMk id="32" creationId="{5EB901F0-7875-40A7-8F19-68883DB781C5}"/>
          </ac:spMkLst>
        </pc:spChg>
        <pc:spChg chg="mod">
          <ac:chgData name="Giuseppe Carteny" userId="6f3ddda2-1c62-49af-8fb6-e5022e6e3d27" providerId="ADAL" clId="{92497209-617C-449F-B9AE-33673A1D7D5D}" dt="2025-09-14T20:50:21.388" v="160" actId="208"/>
          <ac:spMkLst>
            <pc:docMk/>
            <pc:sldMk cId="295305309" sldId="351"/>
            <ac:spMk id="55" creationId="{77FA7225-F523-4ADD-8DF3-D9288CA9313E}"/>
          </ac:spMkLst>
        </pc:spChg>
        <pc:spChg chg="del">
          <ac:chgData name="Giuseppe Carteny" userId="6f3ddda2-1c62-49af-8fb6-e5022e6e3d27" providerId="ADAL" clId="{92497209-617C-449F-B9AE-33673A1D7D5D}" dt="2025-09-14T20:49:06.364" v="156" actId="478"/>
          <ac:spMkLst>
            <pc:docMk/>
            <pc:sldMk cId="295305309" sldId="351"/>
            <ac:spMk id="56" creationId="{68B5999C-768C-46FB-84A4-FE152D1F0D96}"/>
          </ac:spMkLst>
        </pc:spChg>
        <pc:spChg chg="mod">
          <ac:chgData name="Giuseppe Carteny" userId="6f3ddda2-1c62-49af-8fb6-e5022e6e3d27" providerId="ADAL" clId="{92497209-617C-449F-B9AE-33673A1D7D5D}" dt="2025-09-15T12:31:46.973" v="936" actId="1076"/>
          <ac:spMkLst>
            <pc:docMk/>
            <pc:sldMk cId="295305309" sldId="351"/>
            <ac:spMk id="59" creationId="{A6B0C8B1-C655-4248-9C33-30AFC216A3BA}"/>
          </ac:spMkLst>
        </pc:spChg>
        <pc:spChg chg="mod">
          <ac:chgData name="Giuseppe Carteny" userId="6f3ddda2-1c62-49af-8fb6-e5022e6e3d27" providerId="ADAL" clId="{92497209-617C-449F-B9AE-33673A1D7D5D}" dt="2025-09-14T20:50:21.388" v="160" actId="208"/>
          <ac:spMkLst>
            <pc:docMk/>
            <pc:sldMk cId="295305309" sldId="351"/>
            <ac:spMk id="60" creationId="{10F61043-3285-4D65-86F3-699A9D16F9D7}"/>
          </ac:spMkLst>
        </pc:spChg>
        <pc:spChg chg="mod">
          <ac:chgData name="Giuseppe Carteny" userId="6f3ddda2-1c62-49af-8fb6-e5022e6e3d27" providerId="ADAL" clId="{92497209-617C-449F-B9AE-33673A1D7D5D}" dt="2025-09-14T21:58:56.922" v="262" actId="207"/>
          <ac:spMkLst>
            <pc:docMk/>
            <pc:sldMk cId="295305309" sldId="351"/>
            <ac:spMk id="61" creationId="{6DB2A957-C869-4686-8825-C0E439B3FC53}"/>
          </ac:spMkLst>
        </pc:spChg>
        <pc:spChg chg="mod">
          <ac:chgData name="Giuseppe Carteny" userId="6f3ddda2-1c62-49af-8fb6-e5022e6e3d27" providerId="ADAL" clId="{92497209-617C-449F-B9AE-33673A1D7D5D}" dt="2025-09-14T21:58:54.493" v="261" actId="207"/>
          <ac:spMkLst>
            <pc:docMk/>
            <pc:sldMk cId="295305309" sldId="351"/>
            <ac:spMk id="62" creationId="{79E06531-E86A-454A-96FE-9B49F1EF1D3E}"/>
          </ac:spMkLst>
        </pc:spChg>
        <pc:spChg chg="mod">
          <ac:chgData name="Giuseppe Carteny" userId="6f3ddda2-1c62-49af-8fb6-e5022e6e3d27" providerId="ADAL" clId="{92497209-617C-449F-B9AE-33673A1D7D5D}" dt="2025-09-14T20:50:21.388" v="160" actId="208"/>
          <ac:spMkLst>
            <pc:docMk/>
            <pc:sldMk cId="295305309" sldId="351"/>
            <ac:spMk id="66" creationId="{8BA2B975-7991-4219-837C-B70BFD85B29E}"/>
          </ac:spMkLst>
        </pc:spChg>
        <pc:spChg chg="mod">
          <ac:chgData name="Giuseppe Carteny" userId="6f3ddda2-1c62-49af-8fb6-e5022e6e3d27" providerId="ADAL" clId="{92497209-617C-449F-B9AE-33673A1D7D5D}" dt="2025-09-15T12:31:46.973" v="936" actId="1076"/>
          <ac:spMkLst>
            <pc:docMk/>
            <pc:sldMk cId="295305309" sldId="351"/>
            <ac:spMk id="75" creationId="{CB2D945E-370E-44CB-B941-87C311042215}"/>
          </ac:spMkLst>
        </pc:spChg>
        <pc:spChg chg="mod">
          <ac:chgData name="Giuseppe Carteny" userId="6f3ddda2-1c62-49af-8fb6-e5022e6e3d27" providerId="ADAL" clId="{92497209-617C-449F-B9AE-33673A1D7D5D}" dt="2025-09-14T21:58:51.944" v="260" actId="207"/>
          <ac:spMkLst>
            <pc:docMk/>
            <pc:sldMk cId="295305309" sldId="351"/>
            <ac:spMk id="137" creationId="{B6367717-0550-4DC6-B7F3-67434B5DF206}"/>
          </ac:spMkLst>
        </pc:spChg>
        <pc:spChg chg="mod">
          <ac:chgData name="Giuseppe Carteny" userId="6f3ddda2-1c62-49af-8fb6-e5022e6e3d27" providerId="ADAL" clId="{92497209-617C-449F-B9AE-33673A1D7D5D}" dt="2025-09-15T08:38:44.165" v="791" actId="20577"/>
          <ac:spMkLst>
            <pc:docMk/>
            <pc:sldMk cId="295305309" sldId="351"/>
            <ac:spMk id="609" creationId="{00000000-0000-0000-0000-000000000000}"/>
          </ac:spMkLst>
        </pc:spChg>
        <pc:picChg chg="add mod">
          <ac:chgData name="Giuseppe Carteny" userId="6f3ddda2-1c62-49af-8fb6-e5022e6e3d27" providerId="ADAL" clId="{92497209-617C-449F-B9AE-33673A1D7D5D}" dt="2025-09-14T22:09:55.924" v="342" actId="1076"/>
          <ac:picMkLst>
            <pc:docMk/>
            <pc:sldMk cId="295305309" sldId="351"/>
            <ac:picMk id="32" creationId="{A43D3FBD-005E-465D-B93E-064BD078BB14}"/>
          </ac:picMkLst>
        </pc:picChg>
        <pc:cxnChg chg="add mod">
          <ac:chgData name="Giuseppe Carteny" userId="6f3ddda2-1c62-49af-8fb6-e5022e6e3d27" providerId="ADAL" clId="{92497209-617C-449F-B9AE-33673A1D7D5D}" dt="2025-09-14T20:48:51.448" v="153"/>
          <ac:cxnSpMkLst>
            <pc:docMk/>
            <pc:sldMk cId="295305309" sldId="351"/>
            <ac:cxnSpMk id="30" creationId="{E57EC802-A5AC-4F17-BB16-3D8DEB9E4ADB}"/>
          </ac:cxnSpMkLst>
        </pc:cxnChg>
        <pc:cxnChg chg="mod">
          <ac:chgData name="Giuseppe Carteny" userId="6f3ddda2-1c62-49af-8fb6-e5022e6e3d27" providerId="ADAL" clId="{92497209-617C-449F-B9AE-33673A1D7D5D}" dt="2025-09-14T20:49:06.364" v="156" actId="478"/>
          <ac:cxnSpMkLst>
            <pc:docMk/>
            <pc:sldMk cId="295305309" sldId="351"/>
            <ac:cxnSpMk id="64" creationId="{73141806-9EDF-432A-B75E-86346369653E}"/>
          </ac:cxnSpMkLst>
        </pc:cxnChg>
        <pc:cxnChg chg="mod">
          <ac:chgData name="Giuseppe Carteny" userId="6f3ddda2-1c62-49af-8fb6-e5022e6e3d27" providerId="ADAL" clId="{92497209-617C-449F-B9AE-33673A1D7D5D}" dt="2025-09-14T20:49:25.156" v="158" actId="208"/>
          <ac:cxnSpMkLst>
            <pc:docMk/>
            <pc:sldMk cId="295305309" sldId="351"/>
            <ac:cxnSpMk id="65" creationId="{956318B6-72F7-4E9A-A25F-E2A0E08D37F5}"/>
          </ac:cxnSpMkLst>
        </pc:cxnChg>
        <pc:cxnChg chg="mod">
          <ac:chgData name="Giuseppe Carteny" userId="6f3ddda2-1c62-49af-8fb6-e5022e6e3d27" providerId="ADAL" clId="{92497209-617C-449F-B9AE-33673A1D7D5D}" dt="2025-09-14T20:49:25.156" v="158" actId="208"/>
          <ac:cxnSpMkLst>
            <pc:docMk/>
            <pc:sldMk cId="295305309" sldId="351"/>
            <ac:cxnSpMk id="70" creationId="{1A4779EF-5E4D-4F2D-96C4-CB3A6207EEF3}"/>
          </ac:cxnSpMkLst>
        </pc:cxnChg>
        <pc:cxnChg chg="mod">
          <ac:chgData name="Giuseppe Carteny" userId="6f3ddda2-1c62-49af-8fb6-e5022e6e3d27" providerId="ADAL" clId="{92497209-617C-449F-B9AE-33673A1D7D5D}" dt="2025-09-14T20:49:25.156" v="158" actId="208"/>
          <ac:cxnSpMkLst>
            <pc:docMk/>
            <pc:sldMk cId="295305309" sldId="351"/>
            <ac:cxnSpMk id="71" creationId="{5248B071-7DB2-48A3-8106-1A6506EFCFB6}"/>
          </ac:cxnSpMkLst>
        </pc:cxnChg>
        <pc:cxnChg chg="mod">
          <ac:chgData name="Giuseppe Carteny" userId="6f3ddda2-1c62-49af-8fb6-e5022e6e3d27" providerId="ADAL" clId="{92497209-617C-449F-B9AE-33673A1D7D5D}" dt="2025-09-15T12:31:46.973" v="936" actId="1076"/>
          <ac:cxnSpMkLst>
            <pc:docMk/>
            <pc:sldMk cId="295305309" sldId="351"/>
            <ac:cxnSpMk id="72" creationId="{8B8B4D56-4063-44B7-944D-FD59D19241A3}"/>
          </ac:cxnSpMkLst>
        </pc:cxnChg>
        <pc:cxnChg chg="mod">
          <ac:chgData name="Giuseppe Carteny" userId="6f3ddda2-1c62-49af-8fb6-e5022e6e3d27" providerId="ADAL" clId="{92497209-617C-449F-B9AE-33673A1D7D5D}" dt="2025-09-14T20:49:25.156" v="158" actId="208"/>
          <ac:cxnSpMkLst>
            <pc:docMk/>
            <pc:sldMk cId="295305309" sldId="351"/>
            <ac:cxnSpMk id="79" creationId="{B07AACFB-D747-4910-9632-2C4C8B0EC449}"/>
          </ac:cxnSpMkLst>
        </pc:cxnChg>
        <pc:cxnChg chg="mod">
          <ac:chgData name="Giuseppe Carteny" userId="6f3ddda2-1c62-49af-8fb6-e5022e6e3d27" providerId="ADAL" clId="{92497209-617C-449F-B9AE-33673A1D7D5D}" dt="2025-09-15T12:31:46.973" v="936" actId="1076"/>
          <ac:cxnSpMkLst>
            <pc:docMk/>
            <pc:sldMk cId="295305309" sldId="351"/>
            <ac:cxnSpMk id="80" creationId="{29D67D22-8BF5-41D1-8B1F-E5AB6C297A41}"/>
          </ac:cxnSpMkLst>
        </pc:cxnChg>
      </pc:sldChg>
      <pc:sldChg chg="addSp modSp add del modAnim">
        <pc:chgData name="Giuseppe Carteny" userId="6f3ddda2-1c62-49af-8fb6-e5022e6e3d27" providerId="ADAL" clId="{92497209-617C-449F-B9AE-33673A1D7D5D}" dt="2025-09-14T20:48:56.834" v="155" actId="47"/>
        <pc:sldMkLst>
          <pc:docMk/>
          <pc:sldMk cId="1106690724" sldId="352"/>
        </pc:sldMkLst>
        <pc:cxnChg chg="add mod">
          <ac:chgData name="Giuseppe Carteny" userId="6f3ddda2-1c62-49af-8fb6-e5022e6e3d27" providerId="ADAL" clId="{92497209-617C-449F-B9AE-33673A1D7D5D}" dt="2025-09-14T20:48:53.357" v="154"/>
          <ac:cxnSpMkLst>
            <pc:docMk/>
            <pc:sldMk cId="1106690724" sldId="352"/>
            <ac:cxnSpMk id="30" creationId="{2363D3B4-5B69-4D8E-B5C6-004A1CEA1405}"/>
          </ac:cxnSpMkLst>
        </pc:cxnChg>
      </pc:sldChg>
      <pc:sldChg chg="addSp delSp modSp add mod modClrScheme chgLayout">
        <pc:chgData name="Giuseppe Carteny" userId="6f3ddda2-1c62-49af-8fb6-e5022e6e3d27" providerId="ADAL" clId="{92497209-617C-449F-B9AE-33673A1D7D5D}" dt="2025-09-14T22:15:34.159" v="377" actId="1076"/>
        <pc:sldMkLst>
          <pc:docMk/>
          <pc:sldMk cId="2403595485" sldId="398"/>
        </pc:sldMkLst>
        <pc:spChg chg="mod ord">
          <ac:chgData name="Giuseppe Carteny" userId="6f3ddda2-1c62-49af-8fb6-e5022e6e3d27" providerId="ADAL" clId="{92497209-617C-449F-B9AE-33673A1D7D5D}" dt="2025-09-14T22:15:07.979" v="375" actId="1076"/>
          <ac:spMkLst>
            <pc:docMk/>
            <pc:sldMk cId="2403595485" sldId="398"/>
            <ac:spMk id="2" creationId="{FBB479B3-3A73-470D-A56E-B27F8C0319FE}"/>
          </ac:spMkLst>
        </pc:spChg>
        <pc:spChg chg="mod">
          <ac:chgData name="Giuseppe Carteny" userId="6f3ddda2-1c62-49af-8fb6-e5022e6e3d27" providerId="ADAL" clId="{92497209-617C-449F-B9AE-33673A1D7D5D}" dt="2025-09-14T22:15:07.979" v="375" actId="1076"/>
          <ac:spMkLst>
            <pc:docMk/>
            <pc:sldMk cId="2403595485" sldId="398"/>
            <ac:spMk id="3" creationId="{AFF38DA4-2444-4E61-B666-022BE8FBED78}"/>
          </ac:spMkLst>
        </pc:spChg>
        <pc:spChg chg="add mod ord">
          <ac:chgData name="Giuseppe Carteny" userId="6f3ddda2-1c62-49af-8fb6-e5022e6e3d27" providerId="ADAL" clId="{92497209-617C-449F-B9AE-33673A1D7D5D}" dt="2025-09-14T22:14:58.310" v="372" actId="20577"/>
          <ac:spMkLst>
            <pc:docMk/>
            <pc:sldMk cId="2403595485" sldId="398"/>
            <ac:spMk id="4" creationId="{F3E8BB59-498F-491C-BCD8-6C7A07BED9E4}"/>
          </ac:spMkLst>
        </pc:spChg>
        <pc:spChg chg="mod">
          <ac:chgData name="Giuseppe Carteny" userId="6f3ddda2-1c62-49af-8fb6-e5022e6e3d27" providerId="ADAL" clId="{92497209-617C-449F-B9AE-33673A1D7D5D}" dt="2025-09-14T22:15:34.159" v="377" actId="1076"/>
          <ac:spMkLst>
            <pc:docMk/>
            <pc:sldMk cId="2403595485" sldId="398"/>
            <ac:spMk id="9" creationId="{A94549AF-D4A5-46B6-92D9-C6D11A979EC7}"/>
          </ac:spMkLst>
        </pc:spChg>
        <pc:spChg chg="mod">
          <ac:chgData name="Giuseppe Carteny" userId="6f3ddda2-1c62-49af-8fb6-e5022e6e3d27" providerId="ADAL" clId="{92497209-617C-449F-B9AE-33673A1D7D5D}" dt="2025-09-14T22:15:07.979" v="375" actId="1076"/>
          <ac:spMkLst>
            <pc:docMk/>
            <pc:sldMk cId="2403595485" sldId="398"/>
            <ac:spMk id="23" creationId="{89EFF439-2D02-4A1A-9CCC-51819D87B629}"/>
          </ac:spMkLst>
        </pc:spChg>
        <pc:spChg chg="mod">
          <ac:chgData name="Giuseppe Carteny" userId="6f3ddda2-1c62-49af-8fb6-e5022e6e3d27" providerId="ADAL" clId="{92497209-617C-449F-B9AE-33673A1D7D5D}" dt="2025-09-14T22:15:34.159" v="377" actId="1076"/>
          <ac:spMkLst>
            <pc:docMk/>
            <pc:sldMk cId="2403595485" sldId="398"/>
            <ac:spMk id="27" creationId="{FA3B8CDF-5540-4B3B-9013-529111C5C644}"/>
          </ac:spMkLst>
        </pc:spChg>
        <pc:spChg chg="mod">
          <ac:chgData name="Giuseppe Carteny" userId="6f3ddda2-1c62-49af-8fb6-e5022e6e3d27" providerId="ADAL" clId="{92497209-617C-449F-B9AE-33673A1D7D5D}" dt="2025-09-14T22:15:34.159" v="377" actId="1076"/>
          <ac:spMkLst>
            <pc:docMk/>
            <pc:sldMk cId="2403595485" sldId="398"/>
            <ac:spMk id="33" creationId="{4DC3FF02-7694-4379-AB70-9ED6156B233D}"/>
          </ac:spMkLst>
        </pc:spChg>
        <pc:spChg chg="del mod ord">
          <ac:chgData name="Giuseppe Carteny" userId="6f3ddda2-1c62-49af-8fb6-e5022e6e3d27" providerId="ADAL" clId="{92497209-617C-449F-B9AE-33673A1D7D5D}" dt="2025-09-14T22:14:53.171" v="368" actId="478"/>
          <ac:spMkLst>
            <pc:docMk/>
            <pc:sldMk cId="2403595485" sldId="398"/>
            <ac:spMk id="18434" creationId="{00000000-0000-0000-0000-000000000000}"/>
          </ac:spMkLst>
        </pc:spChg>
        <pc:spChg chg="del mod ord">
          <ac:chgData name="Giuseppe Carteny" userId="6f3ddda2-1c62-49af-8fb6-e5022e6e3d27" providerId="ADAL" clId="{92497209-617C-449F-B9AE-33673A1D7D5D}" dt="2025-09-14T22:15:12.905" v="376" actId="478"/>
          <ac:spMkLst>
            <pc:docMk/>
            <pc:sldMk cId="2403595485" sldId="398"/>
            <ac:spMk id="18437" creationId="{00000000-0000-0000-0000-000000000000}"/>
          </ac:spMkLst>
        </pc:spChg>
        <pc:spChg chg="del mod ord">
          <ac:chgData name="Giuseppe Carteny" userId="6f3ddda2-1c62-49af-8fb6-e5022e6e3d27" providerId="ADAL" clId="{92497209-617C-449F-B9AE-33673A1D7D5D}" dt="2025-09-14T22:15:12.905" v="376" actId="478"/>
          <ac:spMkLst>
            <pc:docMk/>
            <pc:sldMk cId="2403595485" sldId="398"/>
            <ac:spMk id="18438" creationId="{00000000-0000-0000-0000-000000000000}"/>
          </ac:spMkLst>
        </pc:spChg>
        <pc:picChg chg="mod">
          <ac:chgData name="Giuseppe Carteny" userId="6f3ddda2-1c62-49af-8fb6-e5022e6e3d27" providerId="ADAL" clId="{92497209-617C-449F-B9AE-33673A1D7D5D}" dt="2025-09-14T22:15:34.159" v="377" actId="1076"/>
          <ac:picMkLst>
            <pc:docMk/>
            <pc:sldMk cId="2403595485" sldId="398"/>
            <ac:picMk id="6" creationId="{46716071-A70C-4E2F-8C80-11242212C7D5}"/>
          </ac:picMkLst>
        </pc:picChg>
        <pc:picChg chg="mod">
          <ac:chgData name="Giuseppe Carteny" userId="6f3ddda2-1c62-49af-8fb6-e5022e6e3d27" providerId="ADAL" clId="{92497209-617C-449F-B9AE-33673A1D7D5D}" dt="2025-09-14T22:15:34.159" v="377" actId="1076"/>
          <ac:picMkLst>
            <pc:docMk/>
            <pc:sldMk cId="2403595485" sldId="398"/>
            <ac:picMk id="29" creationId="{5D751078-AF40-4B40-A90A-DE8311B065E8}"/>
          </ac:picMkLst>
        </pc:picChg>
        <pc:picChg chg="mod">
          <ac:chgData name="Giuseppe Carteny" userId="6f3ddda2-1c62-49af-8fb6-e5022e6e3d27" providerId="ADAL" clId="{92497209-617C-449F-B9AE-33673A1D7D5D}" dt="2025-09-14T22:15:34.159" v="377" actId="1076"/>
          <ac:picMkLst>
            <pc:docMk/>
            <pc:sldMk cId="2403595485" sldId="398"/>
            <ac:picMk id="30" creationId="{6D5AA732-72EC-47FC-943F-F256976712FC}"/>
          </ac:picMkLst>
        </pc:picChg>
        <pc:picChg chg="mod">
          <ac:chgData name="Giuseppe Carteny" userId="6f3ddda2-1c62-49af-8fb6-e5022e6e3d27" providerId="ADAL" clId="{92497209-617C-449F-B9AE-33673A1D7D5D}" dt="2025-09-14T22:15:34.159" v="377" actId="1076"/>
          <ac:picMkLst>
            <pc:docMk/>
            <pc:sldMk cId="2403595485" sldId="398"/>
            <ac:picMk id="31" creationId="{AF0EBC87-BCBF-4799-9D00-D98B663C4375}"/>
          </ac:picMkLst>
        </pc:picChg>
        <pc:picChg chg="mod">
          <ac:chgData name="Giuseppe Carteny" userId="6f3ddda2-1c62-49af-8fb6-e5022e6e3d27" providerId="ADAL" clId="{92497209-617C-449F-B9AE-33673A1D7D5D}" dt="2025-09-14T22:15:34.159" v="377" actId="1076"/>
          <ac:picMkLst>
            <pc:docMk/>
            <pc:sldMk cId="2403595485" sldId="398"/>
            <ac:picMk id="32" creationId="{D0CEC97C-7CA2-45BB-ABED-A6C13A2B6399}"/>
          </ac:picMkLst>
        </pc:picChg>
        <pc:cxnChg chg="mod">
          <ac:chgData name="Giuseppe Carteny" userId="6f3ddda2-1c62-49af-8fb6-e5022e6e3d27" providerId="ADAL" clId="{92497209-617C-449F-B9AE-33673A1D7D5D}" dt="2025-09-14T22:15:34.159" v="377" actId="1076"/>
          <ac:cxnSpMkLst>
            <pc:docMk/>
            <pc:sldMk cId="2403595485" sldId="398"/>
            <ac:cxnSpMk id="8" creationId="{8A33BDC9-51B4-40F1-8D79-72A240B47873}"/>
          </ac:cxnSpMkLst>
        </pc:cxnChg>
      </pc:sldChg>
      <pc:sldChg chg="addSp delSp modSp add mod modClrScheme chgLayout">
        <pc:chgData name="Giuseppe Carteny" userId="6f3ddda2-1c62-49af-8fb6-e5022e6e3d27" providerId="ADAL" clId="{92497209-617C-449F-B9AE-33673A1D7D5D}" dt="2025-09-14T22:16:01.372" v="382"/>
        <pc:sldMkLst>
          <pc:docMk/>
          <pc:sldMk cId="2191087550" sldId="404"/>
        </pc:sldMkLst>
        <pc:spChg chg="add del mod ord">
          <ac:chgData name="Giuseppe Carteny" userId="6f3ddda2-1c62-49af-8fb6-e5022e6e3d27" providerId="ADAL" clId="{92497209-617C-449F-B9AE-33673A1D7D5D}" dt="2025-09-14T22:15:44.313" v="379" actId="478"/>
          <ac:spMkLst>
            <pc:docMk/>
            <pc:sldMk cId="2191087550" sldId="404"/>
            <ac:spMk id="2" creationId="{D7D39CFF-CBAA-49C0-B70B-D2586F88509B}"/>
          </ac:spMkLst>
        </pc:spChg>
        <pc:spChg chg="mod">
          <ac:chgData name="Giuseppe Carteny" userId="6f3ddda2-1c62-49af-8fb6-e5022e6e3d27" providerId="ADAL" clId="{92497209-617C-449F-B9AE-33673A1D7D5D}" dt="2025-09-14T22:15:56.738" v="381" actId="1076"/>
          <ac:spMkLst>
            <pc:docMk/>
            <pc:sldMk cId="2191087550" sldId="404"/>
            <ac:spMk id="3" creationId="{AFF38DA4-2444-4E61-B666-022BE8FBED78}"/>
          </ac:spMkLst>
        </pc:spChg>
        <pc:spChg chg="add del mod">
          <ac:chgData name="Giuseppe Carteny" userId="6f3ddda2-1c62-49af-8fb6-e5022e6e3d27" providerId="ADAL" clId="{92497209-617C-449F-B9AE-33673A1D7D5D}" dt="2025-09-14T22:15:47.909" v="380" actId="478"/>
          <ac:spMkLst>
            <pc:docMk/>
            <pc:sldMk cId="2191087550" sldId="404"/>
            <ac:spMk id="5" creationId="{E06969AB-D5E6-44BE-B132-3DA5DB951165}"/>
          </ac:spMkLst>
        </pc:spChg>
        <pc:spChg chg="del mod ord">
          <ac:chgData name="Giuseppe Carteny" userId="6f3ddda2-1c62-49af-8fb6-e5022e6e3d27" providerId="ADAL" clId="{92497209-617C-449F-B9AE-33673A1D7D5D}" dt="2025-09-14T22:15:42.821" v="378" actId="478"/>
          <ac:spMkLst>
            <pc:docMk/>
            <pc:sldMk cId="2191087550" sldId="404"/>
            <ac:spMk id="23" creationId="{01BE5AA4-D2DF-487A-B130-F9512B7998A8}"/>
          </ac:spMkLst>
        </pc:spChg>
        <pc:spChg chg="add mod">
          <ac:chgData name="Giuseppe Carteny" userId="6f3ddda2-1c62-49af-8fb6-e5022e6e3d27" providerId="ADAL" clId="{92497209-617C-449F-B9AE-33673A1D7D5D}" dt="2025-09-14T22:16:01.372" v="382"/>
          <ac:spMkLst>
            <pc:docMk/>
            <pc:sldMk cId="2191087550" sldId="404"/>
            <ac:spMk id="24" creationId="{E7F7AE57-C82A-4C24-A4CF-39254591FFBE}"/>
          </ac:spMkLst>
        </pc:spChg>
        <pc:spChg chg="mod">
          <ac:chgData name="Giuseppe Carteny" userId="6f3ddda2-1c62-49af-8fb6-e5022e6e3d27" providerId="ADAL" clId="{92497209-617C-449F-B9AE-33673A1D7D5D}" dt="2025-09-14T22:15:56.738" v="381" actId="1076"/>
          <ac:spMkLst>
            <pc:docMk/>
            <pc:sldMk cId="2191087550" sldId="404"/>
            <ac:spMk id="58" creationId="{250843D8-996F-4964-8333-66B393AEC118}"/>
          </ac:spMkLst>
        </pc:spChg>
        <pc:spChg chg="mod">
          <ac:chgData name="Giuseppe Carteny" userId="6f3ddda2-1c62-49af-8fb6-e5022e6e3d27" providerId="ADAL" clId="{92497209-617C-449F-B9AE-33673A1D7D5D}" dt="2025-09-14T22:15:56.738" v="381" actId="1076"/>
          <ac:spMkLst>
            <pc:docMk/>
            <pc:sldMk cId="2191087550" sldId="404"/>
            <ac:spMk id="63" creationId="{6539BC83-00CF-4308-AC91-0649E7A17517}"/>
          </ac:spMkLst>
        </pc:spChg>
        <pc:spChg chg="mod ord">
          <ac:chgData name="Giuseppe Carteny" userId="6f3ddda2-1c62-49af-8fb6-e5022e6e3d27" providerId="ADAL" clId="{92497209-617C-449F-B9AE-33673A1D7D5D}" dt="2025-09-14T22:14:41.995" v="366" actId="700"/>
          <ac:spMkLst>
            <pc:docMk/>
            <pc:sldMk cId="2191087550" sldId="404"/>
            <ac:spMk id="18437" creationId="{00000000-0000-0000-0000-000000000000}"/>
          </ac:spMkLst>
        </pc:spChg>
        <pc:spChg chg="mod ord">
          <ac:chgData name="Giuseppe Carteny" userId="6f3ddda2-1c62-49af-8fb6-e5022e6e3d27" providerId="ADAL" clId="{92497209-617C-449F-B9AE-33673A1D7D5D}" dt="2025-09-14T22:14:41.995" v="366" actId="700"/>
          <ac:spMkLst>
            <pc:docMk/>
            <pc:sldMk cId="2191087550" sldId="404"/>
            <ac:spMk id="18438" creationId="{00000000-0000-0000-0000-000000000000}"/>
          </ac:spMkLst>
        </pc:spChg>
        <pc:picChg chg="mod">
          <ac:chgData name="Giuseppe Carteny" userId="6f3ddda2-1c62-49af-8fb6-e5022e6e3d27" providerId="ADAL" clId="{92497209-617C-449F-B9AE-33673A1D7D5D}" dt="2025-09-14T22:15:56.738" v="381" actId="1076"/>
          <ac:picMkLst>
            <pc:docMk/>
            <pc:sldMk cId="2191087550" sldId="404"/>
            <ac:picMk id="34" creationId="{8131844E-28C4-4DE7-A219-1B75E922C3DB}"/>
          </ac:picMkLst>
        </pc:picChg>
        <pc:picChg chg="mod">
          <ac:chgData name="Giuseppe Carteny" userId="6f3ddda2-1c62-49af-8fb6-e5022e6e3d27" providerId="ADAL" clId="{92497209-617C-449F-B9AE-33673A1D7D5D}" dt="2025-09-14T22:15:56.738" v="381" actId="1076"/>
          <ac:picMkLst>
            <pc:docMk/>
            <pc:sldMk cId="2191087550" sldId="404"/>
            <ac:picMk id="35" creationId="{1E822CCE-FAAF-481F-923F-548BA7C6F8F9}"/>
          </ac:picMkLst>
        </pc:picChg>
        <pc:picChg chg="mod">
          <ac:chgData name="Giuseppe Carteny" userId="6f3ddda2-1c62-49af-8fb6-e5022e6e3d27" providerId="ADAL" clId="{92497209-617C-449F-B9AE-33673A1D7D5D}" dt="2025-09-14T22:15:56.738" v="381" actId="1076"/>
          <ac:picMkLst>
            <pc:docMk/>
            <pc:sldMk cId="2191087550" sldId="404"/>
            <ac:picMk id="36" creationId="{8C75F066-3A04-4560-9058-B702FDA938FF}"/>
          </ac:picMkLst>
        </pc:picChg>
        <pc:picChg chg="mod">
          <ac:chgData name="Giuseppe Carteny" userId="6f3ddda2-1c62-49af-8fb6-e5022e6e3d27" providerId="ADAL" clId="{92497209-617C-449F-B9AE-33673A1D7D5D}" dt="2025-09-14T22:15:56.738" v="381" actId="1076"/>
          <ac:picMkLst>
            <pc:docMk/>
            <pc:sldMk cId="2191087550" sldId="404"/>
            <ac:picMk id="37" creationId="{F1EE5B17-D8A1-4254-B83A-6354D95150F3}"/>
          </ac:picMkLst>
        </pc:picChg>
        <pc:picChg chg="mod">
          <ac:chgData name="Giuseppe Carteny" userId="6f3ddda2-1c62-49af-8fb6-e5022e6e3d27" providerId="ADAL" clId="{92497209-617C-449F-B9AE-33673A1D7D5D}" dt="2025-09-14T22:15:56.738" v="381" actId="1076"/>
          <ac:picMkLst>
            <pc:docMk/>
            <pc:sldMk cId="2191087550" sldId="404"/>
            <ac:picMk id="41" creationId="{55CD95E8-E2CB-43C8-99C4-5349B306675F}"/>
          </ac:picMkLst>
        </pc:picChg>
        <pc:picChg chg="mod">
          <ac:chgData name="Giuseppe Carteny" userId="6f3ddda2-1c62-49af-8fb6-e5022e6e3d27" providerId="ADAL" clId="{92497209-617C-449F-B9AE-33673A1D7D5D}" dt="2025-09-14T22:15:56.738" v="381" actId="1076"/>
          <ac:picMkLst>
            <pc:docMk/>
            <pc:sldMk cId="2191087550" sldId="404"/>
            <ac:picMk id="42" creationId="{45EE27F4-6830-43E4-A19A-6E7EB358FF0A}"/>
          </ac:picMkLst>
        </pc:picChg>
        <pc:picChg chg="mod">
          <ac:chgData name="Giuseppe Carteny" userId="6f3ddda2-1c62-49af-8fb6-e5022e6e3d27" providerId="ADAL" clId="{92497209-617C-449F-B9AE-33673A1D7D5D}" dt="2025-09-14T22:15:56.738" v="381" actId="1076"/>
          <ac:picMkLst>
            <pc:docMk/>
            <pc:sldMk cId="2191087550" sldId="404"/>
            <ac:picMk id="43" creationId="{28210E7D-FA74-4F9A-BEE6-004C3D98D3E8}"/>
          </ac:picMkLst>
        </pc:picChg>
        <pc:picChg chg="mod">
          <ac:chgData name="Giuseppe Carteny" userId="6f3ddda2-1c62-49af-8fb6-e5022e6e3d27" providerId="ADAL" clId="{92497209-617C-449F-B9AE-33673A1D7D5D}" dt="2025-09-14T22:15:56.738" v="381" actId="1076"/>
          <ac:picMkLst>
            <pc:docMk/>
            <pc:sldMk cId="2191087550" sldId="404"/>
            <ac:picMk id="44" creationId="{9EF6F811-0E0C-48AD-A805-EC9F38EAB32B}"/>
          </ac:picMkLst>
        </pc:picChg>
        <pc:picChg chg="mod">
          <ac:chgData name="Giuseppe Carteny" userId="6f3ddda2-1c62-49af-8fb6-e5022e6e3d27" providerId="ADAL" clId="{92497209-617C-449F-B9AE-33673A1D7D5D}" dt="2025-09-14T22:15:56.738" v="381" actId="1076"/>
          <ac:picMkLst>
            <pc:docMk/>
            <pc:sldMk cId="2191087550" sldId="404"/>
            <ac:picMk id="61" creationId="{0D146024-B47C-4FD4-8621-AF204D9C0A2B}"/>
          </ac:picMkLst>
        </pc:picChg>
        <pc:picChg chg="mod">
          <ac:chgData name="Giuseppe Carteny" userId="6f3ddda2-1c62-49af-8fb6-e5022e6e3d27" providerId="ADAL" clId="{92497209-617C-449F-B9AE-33673A1D7D5D}" dt="2025-09-14T22:15:56.738" v="381" actId="1076"/>
          <ac:picMkLst>
            <pc:docMk/>
            <pc:sldMk cId="2191087550" sldId="404"/>
            <ac:picMk id="18442" creationId="{99300926-7FED-4410-A2F8-23C88B3A5F65}"/>
          </ac:picMkLst>
        </pc:picChg>
        <pc:cxnChg chg="mod">
          <ac:chgData name="Giuseppe Carteny" userId="6f3ddda2-1c62-49af-8fb6-e5022e6e3d27" providerId="ADAL" clId="{92497209-617C-449F-B9AE-33673A1D7D5D}" dt="2025-09-14T22:15:56.738" v="381" actId="1076"/>
          <ac:cxnSpMkLst>
            <pc:docMk/>
            <pc:sldMk cId="2191087550" sldId="404"/>
            <ac:cxnSpMk id="20" creationId="{2098B1D9-ED6B-42A5-B49F-8AF4C4B63EDA}"/>
          </ac:cxnSpMkLst>
        </pc:cxnChg>
        <pc:cxnChg chg="mod">
          <ac:chgData name="Giuseppe Carteny" userId="6f3ddda2-1c62-49af-8fb6-e5022e6e3d27" providerId="ADAL" clId="{92497209-617C-449F-B9AE-33673A1D7D5D}" dt="2025-09-14T22:15:56.738" v="381" actId="1076"/>
          <ac:cxnSpMkLst>
            <pc:docMk/>
            <pc:sldMk cId="2191087550" sldId="404"/>
            <ac:cxnSpMk id="28" creationId="{83A9B83B-E7E5-430C-A675-97E341335828}"/>
          </ac:cxnSpMkLst>
        </pc:cxnChg>
        <pc:cxnChg chg="mod">
          <ac:chgData name="Giuseppe Carteny" userId="6f3ddda2-1c62-49af-8fb6-e5022e6e3d27" providerId="ADAL" clId="{92497209-617C-449F-B9AE-33673A1D7D5D}" dt="2025-09-14T22:15:56.738" v="381" actId="1076"/>
          <ac:cxnSpMkLst>
            <pc:docMk/>
            <pc:sldMk cId="2191087550" sldId="404"/>
            <ac:cxnSpMk id="59" creationId="{105766F9-8316-42EE-A29F-043CD8B309EB}"/>
          </ac:cxnSpMkLst>
        </pc:cxnChg>
      </pc:sldChg>
      <pc:sldChg chg="addSp delSp modSp add mod modClrScheme chgLayout">
        <pc:chgData name="Giuseppe Carteny" userId="6f3ddda2-1c62-49af-8fb6-e5022e6e3d27" providerId="ADAL" clId="{92497209-617C-449F-B9AE-33673A1D7D5D}" dt="2025-09-14T21:31:33.161" v="250" actId="404"/>
        <pc:sldMkLst>
          <pc:docMk/>
          <pc:sldMk cId="1485661737" sldId="421"/>
        </pc:sldMkLst>
        <pc:spChg chg="add del mod ord">
          <ac:chgData name="Giuseppe Carteny" userId="6f3ddda2-1c62-49af-8fb6-e5022e6e3d27" providerId="ADAL" clId="{92497209-617C-449F-B9AE-33673A1D7D5D}" dt="2025-09-14T20:51:31.554" v="172" actId="478"/>
          <ac:spMkLst>
            <pc:docMk/>
            <pc:sldMk cId="1485661737" sldId="421"/>
            <ac:spMk id="2" creationId="{2FC8FDC7-C3CA-4CD0-AA3A-70E36C28728B}"/>
          </ac:spMkLst>
        </pc:spChg>
        <pc:spChg chg="add del mod ord">
          <ac:chgData name="Giuseppe Carteny" userId="6f3ddda2-1c62-49af-8fb6-e5022e6e3d27" providerId="ADAL" clId="{92497209-617C-449F-B9AE-33673A1D7D5D}" dt="2025-09-14T20:51:26.235" v="171" actId="478"/>
          <ac:spMkLst>
            <pc:docMk/>
            <pc:sldMk cId="1485661737" sldId="421"/>
            <ac:spMk id="3" creationId="{1E096659-3C63-4152-96EE-0FB5A7B4481F}"/>
          </ac:spMkLst>
        </pc:spChg>
        <pc:spChg chg="mod">
          <ac:chgData name="Giuseppe Carteny" userId="6f3ddda2-1c62-49af-8fb6-e5022e6e3d27" providerId="ADAL" clId="{92497209-617C-449F-B9AE-33673A1D7D5D}" dt="2025-09-14T20:54:06.736" v="197" actId="14100"/>
          <ac:spMkLst>
            <pc:docMk/>
            <pc:sldMk cId="1485661737" sldId="421"/>
            <ac:spMk id="7" creationId="{2B1962F6-82D3-48CF-8EDB-94E06F1EA269}"/>
          </ac:spMkLst>
        </pc:spChg>
        <pc:spChg chg="mod">
          <ac:chgData name="Giuseppe Carteny" userId="6f3ddda2-1c62-49af-8fb6-e5022e6e3d27" providerId="ADAL" clId="{92497209-617C-449F-B9AE-33673A1D7D5D}" dt="2025-09-14T20:53:42.189" v="192" actId="207"/>
          <ac:spMkLst>
            <pc:docMk/>
            <pc:sldMk cId="1485661737" sldId="421"/>
            <ac:spMk id="31" creationId="{6CA51C53-5FFE-4E18-B1F8-4E445A269EA5}"/>
          </ac:spMkLst>
        </pc:spChg>
        <pc:spChg chg="mod">
          <ac:chgData name="Giuseppe Carteny" userId="6f3ddda2-1c62-49af-8fb6-e5022e6e3d27" providerId="ADAL" clId="{92497209-617C-449F-B9AE-33673A1D7D5D}" dt="2025-09-14T20:54:04.776" v="196" actId="14100"/>
          <ac:spMkLst>
            <pc:docMk/>
            <pc:sldMk cId="1485661737" sldId="421"/>
            <ac:spMk id="52" creationId="{2D51302E-7658-4AE8-A629-79360909E277}"/>
          </ac:spMkLst>
        </pc:spChg>
        <pc:spChg chg="mod">
          <ac:chgData name="Giuseppe Carteny" userId="6f3ddda2-1c62-49af-8fb6-e5022e6e3d27" providerId="ADAL" clId="{92497209-617C-449F-B9AE-33673A1D7D5D}" dt="2025-09-14T21:31:29.726" v="249" actId="404"/>
          <ac:spMkLst>
            <pc:docMk/>
            <pc:sldMk cId="1485661737" sldId="421"/>
            <ac:spMk id="72" creationId="{38283624-CAC1-4493-8E36-610A547A7F25}"/>
          </ac:spMkLst>
        </pc:spChg>
        <pc:spChg chg="mod">
          <ac:chgData name="Giuseppe Carteny" userId="6f3ddda2-1c62-49af-8fb6-e5022e6e3d27" providerId="ADAL" clId="{92497209-617C-449F-B9AE-33673A1D7D5D}" dt="2025-09-14T21:31:33.161" v="250" actId="404"/>
          <ac:spMkLst>
            <pc:docMk/>
            <pc:sldMk cId="1485661737" sldId="421"/>
            <ac:spMk id="73" creationId="{D3A8BE5F-A62A-4FF4-A8BC-F9A3A729E5DD}"/>
          </ac:spMkLst>
        </pc:spChg>
        <pc:spChg chg="mod ord">
          <ac:chgData name="Giuseppe Carteny" userId="6f3ddda2-1c62-49af-8fb6-e5022e6e3d27" providerId="ADAL" clId="{92497209-617C-449F-B9AE-33673A1D7D5D}" dt="2025-09-14T20:51:19.264" v="170" actId="700"/>
          <ac:spMkLst>
            <pc:docMk/>
            <pc:sldMk cId="1485661737" sldId="421"/>
            <ac:spMk id="324" creationId="{00000000-0000-0000-0000-000000000000}"/>
          </ac:spMkLst>
        </pc:spChg>
        <pc:spChg chg="mod ord">
          <ac:chgData name="Giuseppe Carteny" userId="6f3ddda2-1c62-49af-8fb6-e5022e6e3d27" providerId="ADAL" clId="{92497209-617C-449F-B9AE-33673A1D7D5D}" dt="2025-09-14T20:51:19.264" v="170" actId="700"/>
          <ac:spMkLst>
            <pc:docMk/>
            <pc:sldMk cId="1485661737" sldId="421"/>
            <ac:spMk id="326" creationId="{00000000-0000-0000-0000-000000000000}"/>
          </ac:spMkLst>
        </pc:spChg>
      </pc:sldChg>
      <pc:sldChg chg="addSp delSp modSp add mod ord modClrScheme chgLayout">
        <pc:chgData name="Giuseppe Carteny" userId="6f3ddda2-1c62-49af-8fb6-e5022e6e3d27" providerId="ADAL" clId="{92497209-617C-449F-B9AE-33673A1D7D5D}" dt="2025-09-14T20:52:31.319" v="175"/>
        <pc:sldMkLst>
          <pc:docMk/>
          <pc:sldMk cId="737068542" sldId="431"/>
        </pc:sldMkLst>
        <pc:spChg chg="add mod ord">
          <ac:chgData name="Giuseppe Carteny" userId="6f3ddda2-1c62-49af-8fb6-e5022e6e3d27" providerId="ADAL" clId="{92497209-617C-449F-B9AE-33673A1D7D5D}" dt="2025-09-14T20:50:39.499" v="166" actId="5793"/>
          <ac:spMkLst>
            <pc:docMk/>
            <pc:sldMk cId="737068542" sldId="431"/>
            <ac:spMk id="2" creationId="{0B0453B6-EFFE-4B56-A16F-27A4FDA5827A}"/>
          </ac:spMkLst>
        </pc:spChg>
        <pc:spChg chg="add del mod ord">
          <ac:chgData name="Giuseppe Carteny" userId="6f3ddda2-1c62-49af-8fb6-e5022e6e3d27" providerId="ADAL" clId="{92497209-617C-449F-B9AE-33673A1D7D5D}" dt="2025-09-14T20:47:55.813" v="146" actId="478"/>
          <ac:spMkLst>
            <pc:docMk/>
            <pc:sldMk cId="737068542" sldId="431"/>
            <ac:spMk id="6" creationId="{694E4705-1DD8-486B-A2F4-12F401CB7B7E}"/>
          </ac:spMkLst>
        </pc:spChg>
        <pc:spChg chg="del mod">
          <ac:chgData name="Giuseppe Carteny" userId="6f3ddda2-1c62-49af-8fb6-e5022e6e3d27" providerId="ADAL" clId="{92497209-617C-449F-B9AE-33673A1D7D5D}" dt="2025-09-14T20:47:55.813" v="148"/>
          <ac:spMkLst>
            <pc:docMk/>
            <pc:sldMk cId="737068542" sldId="431"/>
            <ac:spMk id="25" creationId="{FF0467B5-98A7-4AEA-982C-B9C1777ADE25}"/>
          </ac:spMkLst>
        </pc:spChg>
        <pc:spChg chg="del">
          <ac:chgData name="Giuseppe Carteny" userId="6f3ddda2-1c62-49af-8fb6-e5022e6e3d27" providerId="ADAL" clId="{92497209-617C-449F-B9AE-33673A1D7D5D}" dt="2025-09-14T20:47:25.137" v="140" actId="478"/>
          <ac:spMkLst>
            <pc:docMk/>
            <pc:sldMk cId="737068542" sldId="431"/>
            <ac:spMk id="101" creationId="{C9B1D453-8192-434E-90DF-55727C929251}"/>
          </ac:spMkLst>
        </pc:spChg>
        <pc:spChg chg="del">
          <ac:chgData name="Giuseppe Carteny" userId="6f3ddda2-1c62-49af-8fb6-e5022e6e3d27" providerId="ADAL" clId="{92497209-617C-449F-B9AE-33673A1D7D5D}" dt="2025-09-14T20:47:25.137" v="140" actId="478"/>
          <ac:spMkLst>
            <pc:docMk/>
            <pc:sldMk cId="737068542" sldId="431"/>
            <ac:spMk id="102" creationId="{9C054796-9635-4507-BCBE-271F87C47B6E}"/>
          </ac:spMkLst>
        </pc:spChg>
        <pc:spChg chg="del">
          <ac:chgData name="Giuseppe Carteny" userId="6f3ddda2-1c62-49af-8fb6-e5022e6e3d27" providerId="ADAL" clId="{92497209-617C-449F-B9AE-33673A1D7D5D}" dt="2025-09-14T20:47:25.137" v="140" actId="478"/>
          <ac:spMkLst>
            <pc:docMk/>
            <pc:sldMk cId="737068542" sldId="431"/>
            <ac:spMk id="103" creationId="{EE8F70AD-BD37-41B7-9231-90E686DB4533}"/>
          </ac:spMkLst>
        </pc:spChg>
        <pc:spChg chg="mod ord">
          <ac:chgData name="Giuseppe Carteny" userId="6f3ddda2-1c62-49af-8fb6-e5022e6e3d27" providerId="ADAL" clId="{92497209-617C-449F-B9AE-33673A1D7D5D}" dt="2025-09-14T20:47:15.435" v="139" actId="700"/>
          <ac:spMkLst>
            <pc:docMk/>
            <pc:sldMk cId="737068542" sldId="431"/>
            <ac:spMk id="324" creationId="{00000000-0000-0000-0000-000000000000}"/>
          </ac:spMkLst>
        </pc:spChg>
        <pc:spChg chg="mod ord">
          <ac:chgData name="Giuseppe Carteny" userId="6f3ddda2-1c62-49af-8fb6-e5022e6e3d27" providerId="ADAL" clId="{92497209-617C-449F-B9AE-33673A1D7D5D}" dt="2025-09-14T20:47:15.435" v="139" actId="700"/>
          <ac:spMkLst>
            <pc:docMk/>
            <pc:sldMk cId="737068542" sldId="431"/>
            <ac:spMk id="326" creationId="{00000000-0000-0000-0000-000000000000}"/>
          </ac:spMkLst>
        </pc:spChg>
        <pc:cxnChg chg="del mod">
          <ac:chgData name="Giuseppe Carteny" userId="6f3ddda2-1c62-49af-8fb6-e5022e6e3d27" providerId="ADAL" clId="{92497209-617C-449F-B9AE-33673A1D7D5D}" dt="2025-09-14T20:47:25.137" v="140" actId="478"/>
          <ac:cxnSpMkLst>
            <pc:docMk/>
            <pc:sldMk cId="737068542" sldId="431"/>
            <ac:cxnSpMk id="104" creationId="{0AE77EB0-9819-4240-B13C-9AF95F96FADB}"/>
          </ac:cxnSpMkLst>
        </pc:cxnChg>
        <pc:cxnChg chg="del mod">
          <ac:chgData name="Giuseppe Carteny" userId="6f3ddda2-1c62-49af-8fb6-e5022e6e3d27" providerId="ADAL" clId="{92497209-617C-449F-B9AE-33673A1D7D5D}" dt="2025-09-14T20:47:25.137" v="140" actId="478"/>
          <ac:cxnSpMkLst>
            <pc:docMk/>
            <pc:sldMk cId="737068542" sldId="431"/>
            <ac:cxnSpMk id="105" creationId="{8DCB87FE-4BAF-4848-864A-55413B6F02C6}"/>
          </ac:cxnSpMkLst>
        </pc:cxnChg>
      </pc:sldChg>
      <pc:sldChg chg="delSp add del modAnim">
        <pc:chgData name="Giuseppe Carteny" userId="6f3ddda2-1c62-49af-8fb6-e5022e6e3d27" providerId="ADAL" clId="{92497209-617C-449F-B9AE-33673A1D7D5D}" dt="2025-09-14T20:53:12.890" v="180" actId="47"/>
        <pc:sldMkLst>
          <pc:docMk/>
          <pc:sldMk cId="1794071291" sldId="432"/>
        </pc:sldMkLst>
        <pc:spChg chg="del">
          <ac:chgData name="Giuseppe Carteny" userId="6f3ddda2-1c62-49af-8fb6-e5022e6e3d27" providerId="ADAL" clId="{92497209-617C-449F-B9AE-33673A1D7D5D}" dt="2025-09-14T20:53:03.887" v="177" actId="478"/>
          <ac:spMkLst>
            <pc:docMk/>
            <pc:sldMk cId="1794071291" sldId="432"/>
            <ac:spMk id="5" creationId="{B64A0E01-71F2-4DB4-86CB-F0123850F7DA}"/>
          </ac:spMkLst>
        </pc:spChg>
        <pc:spChg chg="del">
          <ac:chgData name="Giuseppe Carteny" userId="6f3ddda2-1c62-49af-8fb6-e5022e6e3d27" providerId="ADAL" clId="{92497209-617C-449F-B9AE-33673A1D7D5D}" dt="2025-09-14T20:53:03.887" v="177" actId="478"/>
          <ac:spMkLst>
            <pc:docMk/>
            <pc:sldMk cId="1794071291" sldId="432"/>
            <ac:spMk id="7" creationId="{2B1962F6-82D3-48CF-8EDB-94E06F1EA269}"/>
          </ac:spMkLst>
        </pc:spChg>
        <pc:spChg chg="del">
          <ac:chgData name="Giuseppe Carteny" userId="6f3ddda2-1c62-49af-8fb6-e5022e6e3d27" providerId="ADAL" clId="{92497209-617C-449F-B9AE-33673A1D7D5D}" dt="2025-09-14T20:53:03.887" v="177" actId="478"/>
          <ac:spMkLst>
            <pc:docMk/>
            <pc:sldMk cId="1794071291" sldId="432"/>
            <ac:spMk id="31" creationId="{6CA51C53-5FFE-4E18-B1F8-4E445A269EA5}"/>
          </ac:spMkLst>
        </pc:spChg>
        <pc:spChg chg="del">
          <ac:chgData name="Giuseppe Carteny" userId="6f3ddda2-1c62-49af-8fb6-e5022e6e3d27" providerId="ADAL" clId="{92497209-617C-449F-B9AE-33673A1D7D5D}" dt="2025-09-14T20:53:03.887" v="177" actId="478"/>
          <ac:spMkLst>
            <pc:docMk/>
            <pc:sldMk cId="1794071291" sldId="432"/>
            <ac:spMk id="44" creationId="{5A2F0FC8-1681-422A-989A-42D6811EC0A0}"/>
          </ac:spMkLst>
        </pc:spChg>
        <pc:spChg chg="del">
          <ac:chgData name="Giuseppe Carteny" userId="6f3ddda2-1c62-49af-8fb6-e5022e6e3d27" providerId="ADAL" clId="{92497209-617C-449F-B9AE-33673A1D7D5D}" dt="2025-09-14T20:53:03.887" v="177" actId="478"/>
          <ac:spMkLst>
            <pc:docMk/>
            <pc:sldMk cId="1794071291" sldId="432"/>
            <ac:spMk id="48" creationId="{1E70D0D7-CE9F-42C7-A7EA-A2F35404596C}"/>
          </ac:spMkLst>
        </pc:spChg>
        <pc:spChg chg="del">
          <ac:chgData name="Giuseppe Carteny" userId="6f3ddda2-1c62-49af-8fb6-e5022e6e3d27" providerId="ADAL" clId="{92497209-617C-449F-B9AE-33673A1D7D5D}" dt="2025-09-14T20:53:03.887" v="177" actId="478"/>
          <ac:spMkLst>
            <pc:docMk/>
            <pc:sldMk cId="1794071291" sldId="432"/>
            <ac:spMk id="52" creationId="{2D51302E-7658-4AE8-A629-79360909E277}"/>
          </ac:spMkLst>
        </pc:spChg>
        <pc:spChg chg="del">
          <ac:chgData name="Giuseppe Carteny" userId="6f3ddda2-1c62-49af-8fb6-e5022e6e3d27" providerId="ADAL" clId="{92497209-617C-449F-B9AE-33673A1D7D5D}" dt="2025-09-14T20:53:03.887" v="177" actId="478"/>
          <ac:spMkLst>
            <pc:docMk/>
            <pc:sldMk cId="1794071291" sldId="432"/>
            <ac:spMk id="54" creationId="{16A9D9B0-D2AD-4851-9E6B-1DE2DBF1B0D0}"/>
          </ac:spMkLst>
        </pc:spChg>
        <pc:spChg chg="del">
          <ac:chgData name="Giuseppe Carteny" userId="6f3ddda2-1c62-49af-8fb6-e5022e6e3d27" providerId="ADAL" clId="{92497209-617C-449F-B9AE-33673A1D7D5D}" dt="2025-09-14T20:53:03.887" v="177" actId="478"/>
          <ac:spMkLst>
            <pc:docMk/>
            <pc:sldMk cId="1794071291" sldId="432"/>
            <ac:spMk id="72" creationId="{38283624-CAC1-4493-8E36-610A547A7F25}"/>
          </ac:spMkLst>
        </pc:spChg>
        <pc:spChg chg="del">
          <ac:chgData name="Giuseppe Carteny" userId="6f3ddda2-1c62-49af-8fb6-e5022e6e3d27" providerId="ADAL" clId="{92497209-617C-449F-B9AE-33673A1D7D5D}" dt="2025-09-14T20:53:03.887" v="177" actId="478"/>
          <ac:spMkLst>
            <pc:docMk/>
            <pc:sldMk cId="1794071291" sldId="432"/>
            <ac:spMk id="73" creationId="{D3A8BE5F-A62A-4FF4-A8BC-F9A3A729E5DD}"/>
          </ac:spMkLst>
        </pc:spChg>
        <pc:spChg chg="del">
          <ac:chgData name="Giuseppe Carteny" userId="6f3ddda2-1c62-49af-8fb6-e5022e6e3d27" providerId="ADAL" clId="{92497209-617C-449F-B9AE-33673A1D7D5D}" dt="2025-09-14T20:53:03.887" v="177" actId="478"/>
          <ac:spMkLst>
            <pc:docMk/>
            <pc:sldMk cId="1794071291" sldId="432"/>
            <ac:spMk id="101" creationId="{C9B1D453-8192-434E-90DF-55727C929251}"/>
          </ac:spMkLst>
        </pc:spChg>
        <pc:spChg chg="del">
          <ac:chgData name="Giuseppe Carteny" userId="6f3ddda2-1c62-49af-8fb6-e5022e6e3d27" providerId="ADAL" clId="{92497209-617C-449F-B9AE-33673A1D7D5D}" dt="2025-09-14T20:53:03.887" v="177" actId="478"/>
          <ac:spMkLst>
            <pc:docMk/>
            <pc:sldMk cId="1794071291" sldId="432"/>
            <ac:spMk id="102" creationId="{9C054796-9635-4507-BCBE-271F87C47B6E}"/>
          </ac:spMkLst>
        </pc:spChg>
        <pc:spChg chg="del">
          <ac:chgData name="Giuseppe Carteny" userId="6f3ddda2-1c62-49af-8fb6-e5022e6e3d27" providerId="ADAL" clId="{92497209-617C-449F-B9AE-33673A1D7D5D}" dt="2025-09-14T20:53:03.887" v="177" actId="478"/>
          <ac:spMkLst>
            <pc:docMk/>
            <pc:sldMk cId="1794071291" sldId="432"/>
            <ac:spMk id="103" creationId="{EE8F70AD-BD37-41B7-9231-90E686DB4533}"/>
          </ac:spMkLst>
        </pc:spChg>
        <pc:spChg chg="del">
          <ac:chgData name="Giuseppe Carteny" userId="6f3ddda2-1c62-49af-8fb6-e5022e6e3d27" providerId="ADAL" clId="{92497209-617C-449F-B9AE-33673A1D7D5D}" dt="2025-09-14T20:53:03.887" v="177" actId="478"/>
          <ac:spMkLst>
            <pc:docMk/>
            <pc:sldMk cId="1794071291" sldId="432"/>
            <ac:spMk id="324" creationId="{00000000-0000-0000-0000-000000000000}"/>
          </ac:spMkLst>
        </pc:spChg>
        <pc:spChg chg="del">
          <ac:chgData name="Giuseppe Carteny" userId="6f3ddda2-1c62-49af-8fb6-e5022e6e3d27" providerId="ADAL" clId="{92497209-617C-449F-B9AE-33673A1D7D5D}" dt="2025-09-14T20:53:03.887" v="177" actId="478"/>
          <ac:spMkLst>
            <pc:docMk/>
            <pc:sldMk cId="1794071291" sldId="432"/>
            <ac:spMk id="326" creationId="{00000000-0000-0000-0000-000000000000}"/>
          </ac:spMkLst>
        </pc:spChg>
        <pc:picChg chg="del">
          <ac:chgData name="Giuseppe Carteny" userId="6f3ddda2-1c62-49af-8fb6-e5022e6e3d27" providerId="ADAL" clId="{92497209-617C-449F-B9AE-33673A1D7D5D}" dt="2025-09-14T20:53:03.887" v="177" actId="478"/>
          <ac:picMkLst>
            <pc:docMk/>
            <pc:sldMk cId="1794071291" sldId="432"/>
            <ac:picMk id="4" creationId="{BF2D4F57-0A90-4EB3-859E-C14EB4F263E5}"/>
          </ac:picMkLst>
        </pc:picChg>
        <pc:picChg chg="del">
          <ac:chgData name="Giuseppe Carteny" userId="6f3ddda2-1c62-49af-8fb6-e5022e6e3d27" providerId="ADAL" clId="{92497209-617C-449F-B9AE-33673A1D7D5D}" dt="2025-09-14T20:53:03.887" v="177" actId="478"/>
          <ac:picMkLst>
            <pc:docMk/>
            <pc:sldMk cId="1794071291" sldId="432"/>
            <ac:picMk id="12" creationId="{41048B86-38AB-47EF-B663-BE7F945C1236}"/>
          </ac:picMkLst>
        </pc:picChg>
        <pc:picChg chg="del">
          <ac:chgData name="Giuseppe Carteny" userId="6f3ddda2-1c62-49af-8fb6-e5022e6e3d27" providerId="ADAL" clId="{92497209-617C-449F-B9AE-33673A1D7D5D}" dt="2025-09-14T20:53:03.887" v="177" actId="478"/>
          <ac:picMkLst>
            <pc:docMk/>
            <pc:sldMk cId="1794071291" sldId="432"/>
            <ac:picMk id="39" creationId="{14D29CD2-5B58-4BEF-8FB8-55B42D49C840}"/>
          </ac:picMkLst>
        </pc:picChg>
        <pc:picChg chg="del">
          <ac:chgData name="Giuseppe Carteny" userId="6f3ddda2-1c62-49af-8fb6-e5022e6e3d27" providerId="ADAL" clId="{92497209-617C-449F-B9AE-33673A1D7D5D}" dt="2025-09-14T20:53:03.887" v="177" actId="478"/>
          <ac:picMkLst>
            <pc:docMk/>
            <pc:sldMk cId="1794071291" sldId="432"/>
            <ac:picMk id="40" creationId="{63E69260-9855-4C4E-BDF5-7C303F789D40}"/>
          </ac:picMkLst>
        </pc:picChg>
        <pc:picChg chg="del">
          <ac:chgData name="Giuseppe Carteny" userId="6f3ddda2-1c62-49af-8fb6-e5022e6e3d27" providerId="ADAL" clId="{92497209-617C-449F-B9AE-33673A1D7D5D}" dt="2025-09-14T20:53:03.887" v="177" actId="478"/>
          <ac:picMkLst>
            <pc:docMk/>
            <pc:sldMk cId="1794071291" sldId="432"/>
            <ac:picMk id="41" creationId="{79C3204E-3130-4077-A1D4-1160F71ADEAB}"/>
          </ac:picMkLst>
        </pc:picChg>
        <pc:picChg chg="del">
          <ac:chgData name="Giuseppe Carteny" userId="6f3ddda2-1c62-49af-8fb6-e5022e6e3d27" providerId="ADAL" clId="{92497209-617C-449F-B9AE-33673A1D7D5D}" dt="2025-09-14T20:53:03.887" v="177" actId="478"/>
          <ac:picMkLst>
            <pc:docMk/>
            <pc:sldMk cId="1794071291" sldId="432"/>
            <ac:picMk id="42" creationId="{60E7E3DE-6E7C-4CAC-83F5-B327B2FA8F27}"/>
          </ac:picMkLst>
        </pc:picChg>
        <pc:picChg chg="del">
          <ac:chgData name="Giuseppe Carteny" userId="6f3ddda2-1c62-49af-8fb6-e5022e6e3d27" providerId="ADAL" clId="{92497209-617C-449F-B9AE-33673A1D7D5D}" dt="2025-09-14T20:53:03.887" v="177" actId="478"/>
          <ac:picMkLst>
            <pc:docMk/>
            <pc:sldMk cId="1794071291" sldId="432"/>
            <ac:picMk id="43" creationId="{60BED075-B471-4CE9-AB34-1708A4FCA24B}"/>
          </ac:picMkLst>
        </pc:picChg>
        <pc:picChg chg="del">
          <ac:chgData name="Giuseppe Carteny" userId="6f3ddda2-1c62-49af-8fb6-e5022e6e3d27" providerId="ADAL" clId="{92497209-617C-449F-B9AE-33673A1D7D5D}" dt="2025-09-14T20:53:03.887" v="177" actId="478"/>
          <ac:picMkLst>
            <pc:docMk/>
            <pc:sldMk cId="1794071291" sldId="432"/>
            <ac:picMk id="45" creationId="{BAF5B338-8065-466B-AAE4-E99933C5DED6}"/>
          </ac:picMkLst>
        </pc:picChg>
        <pc:picChg chg="del">
          <ac:chgData name="Giuseppe Carteny" userId="6f3ddda2-1c62-49af-8fb6-e5022e6e3d27" providerId="ADAL" clId="{92497209-617C-449F-B9AE-33673A1D7D5D}" dt="2025-09-14T20:53:03.887" v="177" actId="478"/>
          <ac:picMkLst>
            <pc:docMk/>
            <pc:sldMk cId="1794071291" sldId="432"/>
            <ac:picMk id="47" creationId="{DB681514-E9C7-417D-A61B-FF55598D6533}"/>
          </ac:picMkLst>
        </pc:picChg>
        <pc:cxnChg chg="del">
          <ac:chgData name="Giuseppe Carteny" userId="6f3ddda2-1c62-49af-8fb6-e5022e6e3d27" providerId="ADAL" clId="{92497209-617C-449F-B9AE-33673A1D7D5D}" dt="2025-09-14T20:53:03.887" v="177" actId="478"/>
          <ac:cxnSpMkLst>
            <pc:docMk/>
            <pc:sldMk cId="1794071291" sldId="432"/>
            <ac:cxnSpMk id="104" creationId="{0AE77EB0-9819-4240-B13C-9AF95F96FADB}"/>
          </ac:cxnSpMkLst>
        </pc:cxnChg>
        <pc:cxnChg chg="del">
          <ac:chgData name="Giuseppe Carteny" userId="6f3ddda2-1c62-49af-8fb6-e5022e6e3d27" providerId="ADAL" clId="{92497209-617C-449F-B9AE-33673A1D7D5D}" dt="2025-09-14T20:53:03.887" v="177" actId="478"/>
          <ac:cxnSpMkLst>
            <pc:docMk/>
            <pc:sldMk cId="1794071291" sldId="432"/>
            <ac:cxnSpMk id="105" creationId="{8DCB87FE-4BAF-4848-864A-55413B6F02C6}"/>
          </ac:cxnSpMkLst>
        </pc:cxnChg>
      </pc:sldChg>
      <pc:sldChg chg="addSp delSp modSp add mod modClrScheme chgLayout">
        <pc:chgData name="Giuseppe Carteny" userId="6f3ddda2-1c62-49af-8fb6-e5022e6e3d27" providerId="ADAL" clId="{92497209-617C-449F-B9AE-33673A1D7D5D}" dt="2025-09-14T21:31:17.715" v="248" actId="478"/>
        <pc:sldMkLst>
          <pc:docMk/>
          <pc:sldMk cId="135919675" sldId="433"/>
        </pc:sldMkLst>
        <pc:spChg chg="add del mod ord">
          <ac:chgData name="Giuseppe Carteny" userId="6f3ddda2-1c62-49af-8fb6-e5022e6e3d27" providerId="ADAL" clId="{92497209-617C-449F-B9AE-33673A1D7D5D}" dt="2025-09-14T20:54:17.678" v="198" actId="478"/>
          <ac:spMkLst>
            <pc:docMk/>
            <pc:sldMk cId="135919675" sldId="433"/>
            <ac:spMk id="4" creationId="{0BF0BDE3-27F9-4B3F-A341-89ED6FDE188E}"/>
          </ac:spMkLst>
        </pc:spChg>
        <pc:spChg chg="add del mod ord">
          <ac:chgData name="Giuseppe Carteny" userId="6f3ddda2-1c62-49af-8fb6-e5022e6e3d27" providerId="ADAL" clId="{92497209-617C-449F-B9AE-33673A1D7D5D}" dt="2025-09-14T20:53:52.845" v="193" actId="478"/>
          <ac:spMkLst>
            <pc:docMk/>
            <pc:sldMk cId="135919675" sldId="433"/>
            <ac:spMk id="6" creationId="{EF80A1E6-FF3E-47C0-A14E-FD0409B82495}"/>
          </ac:spMkLst>
        </pc:spChg>
        <pc:spChg chg="mod">
          <ac:chgData name="Giuseppe Carteny" userId="6f3ddda2-1c62-49af-8fb6-e5022e6e3d27" providerId="ADAL" clId="{92497209-617C-449F-B9AE-33673A1D7D5D}" dt="2025-09-14T20:53:57.936" v="194" actId="14100"/>
          <ac:spMkLst>
            <pc:docMk/>
            <pc:sldMk cId="135919675" sldId="433"/>
            <ac:spMk id="7" creationId="{2B1962F6-82D3-48CF-8EDB-94E06F1EA269}"/>
          </ac:spMkLst>
        </pc:spChg>
        <pc:spChg chg="del">
          <ac:chgData name="Giuseppe Carteny" userId="6f3ddda2-1c62-49af-8fb6-e5022e6e3d27" providerId="ADAL" clId="{92497209-617C-449F-B9AE-33673A1D7D5D}" dt="2025-09-14T20:53:25.449" v="184" actId="478"/>
          <ac:spMkLst>
            <pc:docMk/>
            <pc:sldMk cId="135919675" sldId="433"/>
            <ac:spMk id="31" creationId="{6CA51C53-5FFE-4E18-B1F8-4E445A269EA5}"/>
          </ac:spMkLst>
        </pc:spChg>
        <pc:spChg chg="add mod">
          <ac:chgData name="Giuseppe Carteny" userId="6f3ddda2-1c62-49af-8fb6-e5022e6e3d27" providerId="ADAL" clId="{92497209-617C-449F-B9AE-33673A1D7D5D}" dt="2025-09-14T20:53:33.410" v="191" actId="207"/>
          <ac:spMkLst>
            <pc:docMk/>
            <pc:sldMk cId="135919675" sldId="433"/>
            <ac:spMk id="36" creationId="{8DFC7B9B-C6EF-458A-ACC4-534BFE1C0977}"/>
          </ac:spMkLst>
        </pc:spChg>
        <pc:spChg chg="mod">
          <ac:chgData name="Giuseppe Carteny" userId="6f3ddda2-1c62-49af-8fb6-e5022e6e3d27" providerId="ADAL" clId="{92497209-617C-449F-B9AE-33673A1D7D5D}" dt="2025-09-14T20:54:00.826" v="195" actId="14100"/>
          <ac:spMkLst>
            <pc:docMk/>
            <pc:sldMk cId="135919675" sldId="433"/>
            <ac:spMk id="52" creationId="{2D51302E-7658-4AE8-A629-79360909E277}"/>
          </ac:spMkLst>
        </pc:spChg>
        <pc:spChg chg="mod ord">
          <ac:chgData name="Giuseppe Carteny" userId="6f3ddda2-1c62-49af-8fb6-e5022e6e3d27" providerId="ADAL" clId="{92497209-617C-449F-B9AE-33673A1D7D5D}" dt="2025-09-14T20:53:10.690" v="179" actId="700"/>
          <ac:spMkLst>
            <pc:docMk/>
            <pc:sldMk cId="135919675" sldId="433"/>
            <ac:spMk id="324" creationId="{00000000-0000-0000-0000-000000000000}"/>
          </ac:spMkLst>
        </pc:spChg>
        <pc:spChg chg="del mod ord">
          <ac:chgData name="Giuseppe Carteny" userId="6f3ddda2-1c62-49af-8fb6-e5022e6e3d27" providerId="ADAL" clId="{92497209-617C-449F-B9AE-33673A1D7D5D}" dt="2025-09-14T21:31:17.715" v="248" actId="478"/>
          <ac:spMkLst>
            <pc:docMk/>
            <pc:sldMk cId="135919675" sldId="433"/>
            <ac:spMk id="326" creationId="{00000000-0000-0000-0000-000000000000}"/>
          </ac:spMkLst>
        </pc:spChg>
      </pc:sldChg>
      <pc:sldChg chg="addSp delSp modSp add mod modAnim">
        <pc:chgData name="Giuseppe Carteny" userId="6f3ddda2-1c62-49af-8fb6-e5022e6e3d27" providerId="ADAL" clId="{92497209-617C-449F-B9AE-33673A1D7D5D}" dt="2025-09-14T21:00:34.772" v="216" actId="14100"/>
        <pc:sldMkLst>
          <pc:docMk/>
          <pc:sldMk cId="1759034163" sldId="434"/>
        </pc:sldMkLst>
        <pc:spChg chg="del">
          <ac:chgData name="Giuseppe Carteny" userId="6f3ddda2-1c62-49af-8fb6-e5022e6e3d27" providerId="ADAL" clId="{92497209-617C-449F-B9AE-33673A1D7D5D}" dt="2025-09-14T20:59:28.693" v="202" actId="478"/>
          <ac:spMkLst>
            <pc:docMk/>
            <pc:sldMk cId="1759034163" sldId="434"/>
            <ac:spMk id="3" creationId="{DBE7B414-EBF4-4830-8D36-4EEC32D699B2}"/>
          </ac:spMkLst>
        </pc:spChg>
        <pc:spChg chg="del">
          <ac:chgData name="Giuseppe Carteny" userId="6f3ddda2-1c62-49af-8fb6-e5022e6e3d27" providerId="ADAL" clId="{92497209-617C-449F-B9AE-33673A1D7D5D}" dt="2025-09-14T20:59:28.693" v="202" actId="478"/>
          <ac:spMkLst>
            <pc:docMk/>
            <pc:sldMk cId="1759034163" sldId="434"/>
            <ac:spMk id="5" creationId="{B64A0E01-71F2-4DB4-86CB-F0123850F7DA}"/>
          </ac:spMkLst>
        </pc:spChg>
        <pc:spChg chg="del">
          <ac:chgData name="Giuseppe Carteny" userId="6f3ddda2-1c62-49af-8fb6-e5022e6e3d27" providerId="ADAL" clId="{92497209-617C-449F-B9AE-33673A1D7D5D}" dt="2025-09-14T20:59:28.693" v="202" actId="478"/>
          <ac:spMkLst>
            <pc:docMk/>
            <pc:sldMk cId="1759034163" sldId="434"/>
            <ac:spMk id="7" creationId="{2B1962F6-82D3-48CF-8EDB-94E06F1EA269}"/>
          </ac:spMkLst>
        </pc:spChg>
        <pc:spChg chg="add del mod">
          <ac:chgData name="Giuseppe Carteny" userId="6f3ddda2-1c62-49af-8fb6-e5022e6e3d27" providerId="ADAL" clId="{92497209-617C-449F-B9AE-33673A1D7D5D}" dt="2025-09-14T20:59:27.337" v="201"/>
          <ac:spMkLst>
            <pc:docMk/>
            <pc:sldMk cId="1759034163" sldId="434"/>
            <ac:spMk id="34" creationId="{C898996F-E50C-4E3D-812D-360AAC6040C8}"/>
          </ac:spMkLst>
        </pc:spChg>
        <pc:spChg chg="add del mod">
          <ac:chgData name="Giuseppe Carteny" userId="6f3ddda2-1c62-49af-8fb6-e5022e6e3d27" providerId="ADAL" clId="{92497209-617C-449F-B9AE-33673A1D7D5D}" dt="2025-09-14T20:59:27.337" v="201"/>
          <ac:spMkLst>
            <pc:docMk/>
            <pc:sldMk cId="1759034163" sldId="434"/>
            <ac:spMk id="35" creationId="{3762B65A-70C6-441A-96F6-F0CE4908E0A8}"/>
          </ac:spMkLst>
        </pc:spChg>
        <pc:spChg chg="del">
          <ac:chgData name="Giuseppe Carteny" userId="6f3ddda2-1c62-49af-8fb6-e5022e6e3d27" providerId="ADAL" clId="{92497209-617C-449F-B9AE-33673A1D7D5D}" dt="2025-09-14T20:59:28.693" v="202" actId="478"/>
          <ac:spMkLst>
            <pc:docMk/>
            <pc:sldMk cId="1759034163" sldId="434"/>
            <ac:spMk id="36" creationId="{8DFC7B9B-C6EF-458A-ACC4-534BFE1C0977}"/>
          </ac:spMkLst>
        </pc:spChg>
        <pc:spChg chg="del">
          <ac:chgData name="Giuseppe Carteny" userId="6f3ddda2-1c62-49af-8fb6-e5022e6e3d27" providerId="ADAL" clId="{92497209-617C-449F-B9AE-33673A1D7D5D}" dt="2025-09-14T20:59:28.693" v="202" actId="478"/>
          <ac:spMkLst>
            <pc:docMk/>
            <pc:sldMk cId="1759034163" sldId="434"/>
            <ac:spMk id="37" creationId="{177FA44A-3259-4E15-BD3B-685614B63D02}"/>
          </ac:spMkLst>
        </pc:spChg>
        <pc:spChg chg="add del mod">
          <ac:chgData name="Giuseppe Carteny" userId="6f3ddda2-1c62-49af-8fb6-e5022e6e3d27" providerId="ADAL" clId="{92497209-617C-449F-B9AE-33673A1D7D5D}" dt="2025-09-14T20:59:27.337" v="201"/>
          <ac:spMkLst>
            <pc:docMk/>
            <pc:sldMk cId="1759034163" sldId="434"/>
            <ac:spMk id="38" creationId="{0151C643-F32E-4E63-A052-8E27D578D689}"/>
          </ac:spMkLst>
        </pc:spChg>
        <pc:spChg chg="del">
          <ac:chgData name="Giuseppe Carteny" userId="6f3ddda2-1c62-49af-8fb6-e5022e6e3d27" providerId="ADAL" clId="{92497209-617C-449F-B9AE-33673A1D7D5D}" dt="2025-09-14T20:59:28.693" v="202" actId="478"/>
          <ac:spMkLst>
            <pc:docMk/>
            <pc:sldMk cId="1759034163" sldId="434"/>
            <ac:spMk id="44" creationId="{5A2F0FC8-1681-422A-989A-42D6811EC0A0}"/>
          </ac:spMkLst>
        </pc:spChg>
        <pc:spChg chg="del">
          <ac:chgData name="Giuseppe Carteny" userId="6f3ddda2-1c62-49af-8fb6-e5022e6e3d27" providerId="ADAL" clId="{92497209-617C-449F-B9AE-33673A1D7D5D}" dt="2025-09-14T20:59:28.693" v="202" actId="478"/>
          <ac:spMkLst>
            <pc:docMk/>
            <pc:sldMk cId="1759034163" sldId="434"/>
            <ac:spMk id="48" creationId="{1E70D0D7-CE9F-42C7-A7EA-A2F35404596C}"/>
          </ac:spMkLst>
        </pc:spChg>
        <pc:spChg chg="add del mod">
          <ac:chgData name="Giuseppe Carteny" userId="6f3ddda2-1c62-49af-8fb6-e5022e6e3d27" providerId="ADAL" clId="{92497209-617C-449F-B9AE-33673A1D7D5D}" dt="2025-09-14T20:59:27.337" v="201"/>
          <ac:spMkLst>
            <pc:docMk/>
            <pc:sldMk cId="1759034163" sldId="434"/>
            <ac:spMk id="50" creationId="{1A2385FE-3111-429B-B969-CF9643F457A4}"/>
          </ac:spMkLst>
        </pc:spChg>
        <pc:spChg chg="del">
          <ac:chgData name="Giuseppe Carteny" userId="6f3ddda2-1c62-49af-8fb6-e5022e6e3d27" providerId="ADAL" clId="{92497209-617C-449F-B9AE-33673A1D7D5D}" dt="2025-09-14T20:59:28.693" v="202" actId="478"/>
          <ac:spMkLst>
            <pc:docMk/>
            <pc:sldMk cId="1759034163" sldId="434"/>
            <ac:spMk id="51" creationId="{1B474D43-228C-49F9-A6E4-F4F34E10BC59}"/>
          </ac:spMkLst>
        </pc:spChg>
        <pc:spChg chg="del">
          <ac:chgData name="Giuseppe Carteny" userId="6f3ddda2-1c62-49af-8fb6-e5022e6e3d27" providerId="ADAL" clId="{92497209-617C-449F-B9AE-33673A1D7D5D}" dt="2025-09-14T20:59:28.693" v="202" actId="478"/>
          <ac:spMkLst>
            <pc:docMk/>
            <pc:sldMk cId="1759034163" sldId="434"/>
            <ac:spMk id="52" creationId="{2D51302E-7658-4AE8-A629-79360909E277}"/>
          </ac:spMkLst>
        </pc:spChg>
        <pc:spChg chg="add del mod">
          <ac:chgData name="Giuseppe Carteny" userId="6f3ddda2-1c62-49af-8fb6-e5022e6e3d27" providerId="ADAL" clId="{92497209-617C-449F-B9AE-33673A1D7D5D}" dt="2025-09-14T20:59:27.337" v="201"/>
          <ac:spMkLst>
            <pc:docMk/>
            <pc:sldMk cId="1759034163" sldId="434"/>
            <ac:spMk id="53" creationId="{BE78D41E-11D8-4A8C-AABF-75E90A5AFF77}"/>
          </ac:spMkLst>
        </pc:spChg>
        <pc:spChg chg="del">
          <ac:chgData name="Giuseppe Carteny" userId="6f3ddda2-1c62-49af-8fb6-e5022e6e3d27" providerId="ADAL" clId="{92497209-617C-449F-B9AE-33673A1D7D5D}" dt="2025-09-14T20:59:28.693" v="202" actId="478"/>
          <ac:spMkLst>
            <pc:docMk/>
            <pc:sldMk cId="1759034163" sldId="434"/>
            <ac:spMk id="54" creationId="{16A9D9B0-D2AD-4851-9E6B-1DE2DBF1B0D0}"/>
          </ac:spMkLst>
        </pc:spChg>
        <pc:spChg chg="del">
          <ac:chgData name="Giuseppe Carteny" userId="6f3ddda2-1c62-49af-8fb6-e5022e6e3d27" providerId="ADAL" clId="{92497209-617C-449F-B9AE-33673A1D7D5D}" dt="2025-09-14T20:59:28.693" v="202" actId="478"/>
          <ac:spMkLst>
            <pc:docMk/>
            <pc:sldMk cId="1759034163" sldId="434"/>
            <ac:spMk id="55" creationId="{9C130640-1F24-4469-9417-2F62CA0C2A36}"/>
          </ac:spMkLst>
        </pc:spChg>
        <pc:spChg chg="del">
          <ac:chgData name="Giuseppe Carteny" userId="6f3ddda2-1c62-49af-8fb6-e5022e6e3d27" providerId="ADAL" clId="{92497209-617C-449F-B9AE-33673A1D7D5D}" dt="2025-09-14T20:59:28.693" v="202" actId="478"/>
          <ac:spMkLst>
            <pc:docMk/>
            <pc:sldMk cId="1759034163" sldId="434"/>
            <ac:spMk id="56" creationId="{82E5248B-F51B-4465-8597-FF36B0953526}"/>
          </ac:spMkLst>
        </pc:spChg>
        <pc:spChg chg="del">
          <ac:chgData name="Giuseppe Carteny" userId="6f3ddda2-1c62-49af-8fb6-e5022e6e3d27" providerId="ADAL" clId="{92497209-617C-449F-B9AE-33673A1D7D5D}" dt="2025-09-14T20:59:28.693" v="202" actId="478"/>
          <ac:spMkLst>
            <pc:docMk/>
            <pc:sldMk cId="1759034163" sldId="434"/>
            <ac:spMk id="59" creationId="{B5B7B1F5-03E1-42E8-B1CD-A34F93EAEC35}"/>
          </ac:spMkLst>
        </pc:spChg>
        <pc:spChg chg="add del mod">
          <ac:chgData name="Giuseppe Carteny" userId="6f3ddda2-1c62-49af-8fb6-e5022e6e3d27" providerId="ADAL" clId="{92497209-617C-449F-B9AE-33673A1D7D5D}" dt="2025-09-14T20:59:27.337" v="201"/>
          <ac:spMkLst>
            <pc:docMk/>
            <pc:sldMk cId="1759034163" sldId="434"/>
            <ac:spMk id="65" creationId="{7937FE1A-716C-419F-A483-06ABAB86C21C}"/>
          </ac:spMkLst>
        </pc:spChg>
        <pc:spChg chg="add del mod">
          <ac:chgData name="Giuseppe Carteny" userId="6f3ddda2-1c62-49af-8fb6-e5022e6e3d27" providerId="ADAL" clId="{92497209-617C-449F-B9AE-33673A1D7D5D}" dt="2025-09-14T20:59:27.337" v="201"/>
          <ac:spMkLst>
            <pc:docMk/>
            <pc:sldMk cId="1759034163" sldId="434"/>
            <ac:spMk id="66" creationId="{625E7082-8C93-48B4-A902-222C14A42D72}"/>
          </ac:spMkLst>
        </pc:spChg>
        <pc:spChg chg="add del mod">
          <ac:chgData name="Giuseppe Carteny" userId="6f3ddda2-1c62-49af-8fb6-e5022e6e3d27" providerId="ADAL" clId="{92497209-617C-449F-B9AE-33673A1D7D5D}" dt="2025-09-14T20:59:27.337" v="201"/>
          <ac:spMkLst>
            <pc:docMk/>
            <pc:sldMk cId="1759034163" sldId="434"/>
            <ac:spMk id="67" creationId="{24EB1E3A-6DC6-421C-AD6C-0E377F93EBA7}"/>
          </ac:spMkLst>
        </pc:spChg>
        <pc:spChg chg="add del mod">
          <ac:chgData name="Giuseppe Carteny" userId="6f3ddda2-1c62-49af-8fb6-e5022e6e3d27" providerId="ADAL" clId="{92497209-617C-449F-B9AE-33673A1D7D5D}" dt="2025-09-14T20:59:27.337" v="201"/>
          <ac:spMkLst>
            <pc:docMk/>
            <pc:sldMk cId="1759034163" sldId="434"/>
            <ac:spMk id="68" creationId="{2C5F8CB7-EA42-4780-B5BA-D7A2C5D2D01C}"/>
          </ac:spMkLst>
        </pc:spChg>
        <pc:spChg chg="add del mod">
          <ac:chgData name="Giuseppe Carteny" userId="6f3ddda2-1c62-49af-8fb6-e5022e6e3d27" providerId="ADAL" clId="{92497209-617C-449F-B9AE-33673A1D7D5D}" dt="2025-09-14T20:59:27.337" v="201"/>
          <ac:spMkLst>
            <pc:docMk/>
            <pc:sldMk cId="1759034163" sldId="434"/>
            <ac:spMk id="70" creationId="{8631E2CF-F2AF-4FA3-9964-B75EBB20930D}"/>
          </ac:spMkLst>
        </pc:spChg>
        <pc:spChg chg="add del mod">
          <ac:chgData name="Giuseppe Carteny" userId="6f3ddda2-1c62-49af-8fb6-e5022e6e3d27" providerId="ADAL" clId="{92497209-617C-449F-B9AE-33673A1D7D5D}" dt="2025-09-14T20:59:27.337" v="201"/>
          <ac:spMkLst>
            <pc:docMk/>
            <pc:sldMk cId="1759034163" sldId="434"/>
            <ac:spMk id="75" creationId="{627015EC-D819-45E7-A3AE-6C23FA2DD914}"/>
          </ac:spMkLst>
        </pc:spChg>
        <pc:spChg chg="add del mod">
          <ac:chgData name="Giuseppe Carteny" userId="6f3ddda2-1c62-49af-8fb6-e5022e6e3d27" providerId="ADAL" clId="{92497209-617C-449F-B9AE-33673A1D7D5D}" dt="2025-09-14T20:59:27.337" v="201"/>
          <ac:spMkLst>
            <pc:docMk/>
            <pc:sldMk cId="1759034163" sldId="434"/>
            <ac:spMk id="78" creationId="{1BB7ABAE-74DD-466D-92F9-4391296A679E}"/>
          </ac:spMkLst>
        </pc:spChg>
        <pc:spChg chg="add del mod">
          <ac:chgData name="Giuseppe Carteny" userId="6f3ddda2-1c62-49af-8fb6-e5022e6e3d27" providerId="ADAL" clId="{92497209-617C-449F-B9AE-33673A1D7D5D}" dt="2025-09-14T20:59:27.337" v="201"/>
          <ac:spMkLst>
            <pc:docMk/>
            <pc:sldMk cId="1759034163" sldId="434"/>
            <ac:spMk id="79" creationId="{FB983030-599F-45FD-B146-D8D9B59C2AFA}"/>
          </ac:spMkLst>
        </pc:spChg>
        <pc:spChg chg="add del mod">
          <ac:chgData name="Giuseppe Carteny" userId="6f3ddda2-1c62-49af-8fb6-e5022e6e3d27" providerId="ADAL" clId="{92497209-617C-449F-B9AE-33673A1D7D5D}" dt="2025-09-14T20:59:27.337" v="201"/>
          <ac:spMkLst>
            <pc:docMk/>
            <pc:sldMk cId="1759034163" sldId="434"/>
            <ac:spMk id="80" creationId="{30C54501-B671-44AB-9E60-20A689BBAE17}"/>
          </ac:spMkLst>
        </pc:spChg>
        <pc:spChg chg="add del mod">
          <ac:chgData name="Giuseppe Carteny" userId="6f3ddda2-1c62-49af-8fb6-e5022e6e3d27" providerId="ADAL" clId="{92497209-617C-449F-B9AE-33673A1D7D5D}" dt="2025-09-14T20:59:27.337" v="201"/>
          <ac:spMkLst>
            <pc:docMk/>
            <pc:sldMk cId="1759034163" sldId="434"/>
            <ac:spMk id="81" creationId="{C4A5A6CF-8C35-4AC5-92D9-B7D5254C66C3}"/>
          </ac:spMkLst>
        </pc:spChg>
        <pc:spChg chg="add del mod">
          <ac:chgData name="Giuseppe Carteny" userId="6f3ddda2-1c62-49af-8fb6-e5022e6e3d27" providerId="ADAL" clId="{92497209-617C-449F-B9AE-33673A1D7D5D}" dt="2025-09-14T20:59:27.337" v="201"/>
          <ac:spMkLst>
            <pc:docMk/>
            <pc:sldMk cId="1759034163" sldId="434"/>
            <ac:spMk id="84" creationId="{DF834F6F-C1AE-4B3C-B127-1F2C5F19B2CF}"/>
          </ac:spMkLst>
        </pc:spChg>
        <pc:spChg chg="add del mod">
          <ac:chgData name="Giuseppe Carteny" userId="6f3ddda2-1c62-49af-8fb6-e5022e6e3d27" providerId="ADAL" clId="{92497209-617C-449F-B9AE-33673A1D7D5D}" dt="2025-09-14T20:59:27.337" v="201"/>
          <ac:spMkLst>
            <pc:docMk/>
            <pc:sldMk cId="1759034163" sldId="434"/>
            <ac:spMk id="85" creationId="{F9B348D7-3ECC-4211-A6C3-CA49C59DC2CD}"/>
          </ac:spMkLst>
        </pc:spChg>
        <pc:spChg chg="add del mod">
          <ac:chgData name="Giuseppe Carteny" userId="6f3ddda2-1c62-49af-8fb6-e5022e6e3d27" providerId="ADAL" clId="{92497209-617C-449F-B9AE-33673A1D7D5D}" dt="2025-09-14T20:59:27.337" v="201"/>
          <ac:spMkLst>
            <pc:docMk/>
            <pc:sldMk cId="1759034163" sldId="434"/>
            <ac:spMk id="86" creationId="{B1779DFA-2C3A-452F-AEF6-DB6D679B8D39}"/>
          </ac:spMkLst>
        </pc:spChg>
        <pc:spChg chg="add mod">
          <ac:chgData name="Giuseppe Carteny" userId="6f3ddda2-1c62-49af-8fb6-e5022e6e3d27" providerId="ADAL" clId="{92497209-617C-449F-B9AE-33673A1D7D5D}" dt="2025-09-14T20:59:29.136" v="203"/>
          <ac:spMkLst>
            <pc:docMk/>
            <pc:sldMk cId="1759034163" sldId="434"/>
            <ac:spMk id="87" creationId="{EFD00C41-854B-4FEA-A233-083353FD8A9B}"/>
          </ac:spMkLst>
        </pc:spChg>
        <pc:spChg chg="add mod">
          <ac:chgData name="Giuseppe Carteny" userId="6f3ddda2-1c62-49af-8fb6-e5022e6e3d27" providerId="ADAL" clId="{92497209-617C-449F-B9AE-33673A1D7D5D}" dt="2025-09-14T20:59:29.136" v="203"/>
          <ac:spMkLst>
            <pc:docMk/>
            <pc:sldMk cId="1759034163" sldId="434"/>
            <ac:spMk id="88" creationId="{9D9DC00F-6733-4A4E-8D00-1137D6B5B209}"/>
          </ac:spMkLst>
        </pc:spChg>
        <pc:spChg chg="add mod">
          <ac:chgData name="Giuseppe Carteny" userId="6f3ddda2-1c62-49af-8fb6-e5022e6e3d27" providerId="ADAL" clId="{92497209-617C-449F-B9AE-33673A1D7D5D}" dt="2025-09-14T20:59:29.136" v="203"/>
          <ac:spMkLst>
            <pc:docMk/>
            <pc:sldMk cId="1759034163" sldId="434"/>
            <ac:spMk id="89" creationId="{8A4F9096-3B32-4E8E-91D4-ED00809D6650}"/>
          </ac:spMkLst>
        </pc:spChg>
        <pc:spChg chg="add mod">
          <ac:chgData name="Giuseppe Carteny" userId="6f3ddda2-1c62-49af-8fb6-e5022e6e3d27" providerId="ADAL" clId="{92497209-617C-449F-B9AE-33673A1D7D5D}" dt="2025-09-14T20:59:29.136" v="203"/>
          <ac:spMkLst>
            <pc:docMk/>
            <pc:sldMk cId="1759034163" sldId="434"/>
            <ac:spMk id="92" creationId="{E597CF50-4937-445A-8692-AF7F19747761}"/>
          </ac:spMkLst>
        </pc:spChg>
        <pc:spChg chg="add del mod">
          <ac:chgData name="Giuseppe Carteny" userId="6f3ddda2-1c62-49af-8fb6-e5022e6e3d27" providerId="ADAL" clId="{92497209-617C-449F-B9AE-33673A1D7D5D}" dt="2025-09-14T20:59:39.880" v="204" actId="478"/>
          <ac:spMkLst>
            <pc:docMk/>
            <pc:sldMk cId="1759034163" sldId="434"/>
            <ac:spMk id="93" creationId="{4EE10D8B-680D-4719-9B5A-BD7C4F34FA0C}"/>
          </ac:spMkLst>
        </pc:spChg>
        <pc:spChg chg="add mod">
          <ac:chgData name="Giuseppe Carteny" userId="6f3ddda2-1c62-49af-8fb6-e5022e6e3d27" providerId="ADAL" clId="{92497209-617C-449F-B9AE-33673A1D7D5D}" dt="2025-09-14T20:59:29.136" v="203"/>
          <ac:spMkLst>
            <pc:docMk/>
            <pc:sldMk cId="1759034163" sldId="434"/>
            <ac:spMk id="100" creationId="{F25E59FE-D5AB-4966-ADE1-3C2F09818294}"/>
          </ac:spMkLst>
        </pc:spChg>
        <pc:spChg chg="del">
          <ac:chgData name="Giuseppe Carteny" userId="6f3ddda2-1c62-49af-8fb6-e5022e6e3d27" providerId="ADAL" clId="{92497209-617C-449F-B9AE-33673A1D7D5D}" dt="2025-09-14T20:59:28.693" v="202" actId="478"/>
          <ac:spMkLst>
            <pc:docMk/>
            <pc:sldMk cId="1759034163" sldId="434"/>
            <ac:spMk id="101" creationId="{C9B1D453-8192-434E-90DF-55727C929251}"/>
          </ac:spMkLst>
        </pc:spChg>
        <pc:spChg chg="del">
          <ac:chgData name="Giuseppe Carteny" userId="6f3ddda2-1c62-49af-8fb6-e5022e6e3d27" providerId="ADAL" clId="{92497209-617C-449F-B9AE-33673A1D7D5D}" dt="2025-09-14T20:59:28.693" v="202" actId="478"/>
          <ac:spMkLst>
            <pc:docMk/>
            <pc:sldMk cId="1759034163" sldId="434"/>
            <ac:spMk id="102" creationId="{9C054796-9635-4507-BCBE-271F87C47B6E}"/>
          </ac:spMkLst>
        </pc:spChg>
        <pc:spChg chg="del">
          <ac:chgData name="Giuseppe Carteny" userId="6f3ddda2-1c62-49af-8fb6-e5022e6e3d27" providerId="ADAL" clId="{92497209-617C-449F-B9AE-33673A1D7D5D}" dt="2025-09-14T20:59:28.693" v="202" actId="478"/>
          <ac:spMkLst>
            <pc:docMk/>
            <pc:sldMk cId="1759034163" sldId="434"/>
            <ac:spMk id="103" creationId="{EE8F70AD-BD37-41B7-9231-90E686DB4533}"/>
          </ac:spMkLst>
        </pc:spChg>
        <pc:spChg chg="add mod">
          <ac:chgData name="Giuseppe Carteny" userId="6f3ddda2-1c62-49af-8fb6-e5022e6e3d27" providerId="ADAL" clId="{92497209-617C-449F-B9AE-33673A1D7D5D}" dt="2025-09-14T21:00:32.479" v="215" actId="14100"/>
          <ac:spMkLst>
            <pc:docMk/>
            <pc:sldMk cId="1759034163" sldId="434"/>
            <ac:spMk id="106" creationId="{79A3A2AE-8BA6-4DDF-B28E-E3D6D4F715D1}"/>
          </ac:spMkLst>
        </pc:spChg>
        <pc:spChg chg="add mod">
          <ac:chgData name="Giuseppe Carteny" userId="6f3ddda2-1c62-49af-8fb6-e5022e6e3d27" providerId="ADAL" clId="{92497209-617C-449F-B9AE-33673A1D7D5D}" dt="2025-09-14T21:00:34.772" v="216" actId="14100"/>
          <ac:spMkLst>
            <pc:docMk/>
            <pc:sldMk cId="1759034163" sldId="434"/>
            <ac:spMk id="107" creationId="{D1972908-3583-4D4A-A825-E154FDD08DFD}"/>
          </ac:spMkLst>
        </pc:spChg>
        <pc:spChg chg="add mod">
          <ac:chgData name="Giuseppe Carteny" userId="6f3ddda2-1c62-49af-8fb6-e5022e6e3d27" providerId="ADAL" clId="{92497209-617C-449F-B9AE-33673A1D7D5D}" dt="2025-09-14T20:59:29.136" v="203"/>
          <ac:spMkLst>
            <pc:docMk/>
            <pc:sldMk cId="1759034163" sldId="434"/>
            <ac:spMk id="108" creationId="{AC38C1AD-10CF-4029-9F37-940F34FAF5C4}"/>
          </ac:spMkLst>
        </pc:spChg>
        <pc:spChg chg="add mod">
          <ac:chgData name="Giuseppe Carteny" userId="6f3ddda2-1c62-49af-8fb6-e5022e6e3d27" providerId="ADAL" clId="{92497209-617C-449F-B9AE-33673A1D7D5D}" dt="2025-09-14T20:59:29.136" v="203"/>
          <ac:spMkLst>
            <pc:docMk/>
            <pc:sldMk cId="1759034163" sldId="434"/>
            <ac:spMk id="110" creationId="{1F512831-DC68-43EC-9603-42FDEDEA0367}"/>
          </ac:spMkLst>
        </pc:spChg>
        <pc:spChg chg="add mod">
          <ac:chgData name="Giuseppe Carteny" userId="6f3ddda2-1c62-49af-8fb6-e5022e6e3d27" providerId="ADAL" clId="{92497209-617C-449F-B9AE-33673A1D7D5D}" dt="2025-09-14T20:59:29.136" v="203"/>
          <ac:spMkLst>
            <pc:docMk/>
            <pc:sldMk cId="1759034163" sldId="434"/>
            <ac:spMk id="115" creationId="{AB28D70B-E12D-4448-87B6-64582A90CAE7}"/>
          </ac:spMkLst>
        </pc:spChg>
        <pc:spChg chg="add mod">
          <ac:chgData name="Giuseppe Carteny" userId="6f3ddda2-1c62-49af-8fb6-e5022e6e3d27" providerId="ADAL" clId="{92497209-617C-449F-B9AE-33673A1D7D5D}" dt="2025-09-14T20:59:29.136" v="203"/>
          <ac:spMkLst>
            <pc:docMk/>
            <pc:sldMk cId="1759034163" sldId="434"/>
            <ac:spMk id="118" creationId="{1B968F1F-DE4C-4091-BF50-8CC6AFACADE4}"/>
          </ac:spMkLst>
        </pc:spChg>
        <pc:spChg chg="add mod">
          <ac:chgData name="Giuseppe Carteny" userId="6f3ddda2-1c62-49af-8fb6-e5022e6e3d27" providerId="ADAL" clId="{92497209-617C-449F-B9AE-33673A1D7D5D}" dt="2025-09-14T20:59:29.136" v="203"/>
          <ac:spMkLst>
            <pc:docMk/>
            <pc:sldMk cId="1759034163" sldId="434"/>
            <ac:spMk id="119" creationId="{83EBBDC3-B184-4486-972E-DFB491CB59DD}"/>
          </ac:spMkLst>
        </pc:spChg>
        <pc:spChg chg="add mod">
          <ac:chgData name="Giuseppe Carteny" userId="6f3ddda2-1c62-49af-8fb6-e5022e6e3d27" providerId="ADAL" clId="{92497209-617C-449F-B9AE-33673A1D7D5D}" dt="2025-09-14T20:59:29.136" v="203"/>
          <ac:spMkLst>
            <pc:docMk/>
            <pc:sldMk cId="1759034163" sldId="434"/>
            <ac:spMk id="120" creationId="{E8FA08E9-0C74-46D1-9F99-765B18FD521F}"/>
          </ac:spMkLst>
        </pc:spChg>
        <pc:spChg chg="add mod">
          <ac:chgData name="Giuseppe Carteny" userId="6f3ddda2-1c62-49af-8fb6-e5022e6e3d27" providerId="ADAL" clId="{92497209-617C-449F-B9AE-33673A1D7D5D}" dt="2025-09-14T20:59:29.136" v="203"/>
          <ac:spMkLst>
            <pc:docMk/>
            <pc:sldMk cId="1759034163" sldId="434"/>
            <ac:spMk id="121" creationId="{C51EDD18-953B-4006-A165-365C07E85FB5}"/>
          </ac:spMkLst>
        </pc:spChg>
        <pc:spChg chg="add mod">
          <ac:chgData name="Giuseppe Carteny" userId="6f3ddda2-1c62-49af-8fb6-e5022e6e3d27" providerId="ADAL" clId="{92497209-617C-449F-B9AE-33673A1D7D5D}" dt="2025-09-14T20:59:29.136" v="203"/>
          <ac:spMkLst>
            <pc:docMk/>
            <pc:sldMk cId="1759034163" sldId="434"/>
            <ac:spMk id="124" creationId="{5F3E6AA6-7E2E-4739-99E5-16A15DAFA796}"/>
          </ac:spMkLst>
        </pc:spChg>
        <pc:spChg chg="add mod">
          <ac:chgData name="Giuseppe Carteny" userId="6f3ddda2-1c62-49af-8fb6-e5022e6e3d27" providerId="ADAL" clId="{92497209-617C-449F-B9AE-33673A1D7D5D}" dt="2025-09-14T21:00:18.738" v="210" actId="404"/>
          <ac:spMkLst>
            <pc:docMk/>
            <pc:sldMk cId="1759034163" sldId="434"/>
            <ac:spMk id="125" creationId="{F34D955D-326B-4922-8534-C6CAD6D99DF9}"/>
          </ac:spMkLst>
        </pc:spChg>
        <pc:spChg chg="add mod">
          <ac:chgData name="Giuseppe Carteny" userId="6f3ddda2-1c62-49af-8fb6-e5022e6e3d27" providerId="ADAL" clId="{92497209-617C-449F-B9AE-33673A1D7D5D}" dt="2025-09-14T21:00:27.316" v="214" actId="20577"/>
          <ac:spMkLst>
            <pc:docMk/>
            <pc:sldMk cId="1759034163" sldId="434"/>
            <ac:spMk id="126" creationId="{74E116E4-8E0E-44A3-818F-85A55C5BAC6E}"/>
          </ac:spMkLst>
        </pc:spChg>
        <pc:spChg chg="add mod">
          <ac:chgData name="Giuseppe Carteny" userId="6f3ddda2-1c62-49af-8fb6-e5022e6e3d27" providerId="ADAL" clId="{92497209-617C-449F-B9AE-33673A1D7D5D}" dt="2025-09-14T20:59:40.180" v="205"/>
          <ac:spMkLst>
            <pc:docMk/>
            <pc:sldMk cId="1759034163" sldId="434"/>
            <ac:spMk id="127" creationId="{D3C993EC-105E-496E-A9B0-8893512ECC64}"/>
          </ac:spMkLst>
        </pc:spChg>
        <pc:spChg chg="del">
          <ac:chgData name="Giuseppe Carteny" userId="6f3ddda2-1c62-49af-8fb6-e5022e6e3d27" providerId="ADAL" clId="{92497209-617C-449F-B9AE-33673A1D7D5D}" dt="2025-09-14T20:59:28.693" v="202" actId="478"/>
          <ac:spMkLst>
            <pc:docMk/>
            <pc:sldMk cId="1759034163" sldId="434"/>
            <ac:spMk id="324" creationId="{00000000-0000-0000-0000-000000000000}"/>
          </ac:spMkLst>
        </pc:spChg>
        <pc:spChg chg="del">
          <ac:chgData name="Giuseppe Carteny" userId="6f3ddda2-1c62-49af-8fb6-e5022e6e3d27" providerId="ADAL" clId="{92497209-617C-449F-B9AE-33673A1D7D5D}" dt="2025-09-14T20:59:28.693" v="202" actId="478"/>
          <ac:spMkLst>
            <pc:docMk/>
            <pc:sldMk cId="1759034163" sldId="434"/>
            <ac:spMk id="326" creationId="{00000000-0000-0000-0000-000000000000}"/>
          </ac:spMkLst>
        </pc:spChg>
        <pc:graphicFrameChg chg="del">
          <ac:chgData name="Giuseppe Carteny" userId="6f3ddda2-1c62-49af-8fb6-e5022e6e3d27" providerId="ADAL" clId="{92497209-617C-449F-B9AE-33673A1D7D5D}" dt="2025-09-14T20:59:28.693" v="202" actId="478"/>
          <ac:graphicFrameMkLst>
            <pc:docMk/>
            <pc:sldMk cId="1759034163" sldId="434"/>
            <ac:graphicFrameMk id="2" creationId="{955DE9AF-6EBD-491E-B2E7-982045F66BE8}"/>
          </ac:graphicFrameMkLst>
        </pc:graphicFrameChg>
        <pc:graphicFrameChg chg="add del mod">
          <ac:chgData name="Giuseppe Carteny" userId="6f3ddda2-1c62-49af-8fb6-e5022e6e3d27" providerId="ADAL" clId="{92497209-617C-449F-B9AE-33673A1D7D5D}" dt="2025-09-14T20:59:27.337" v="201"/>
          <ac:graphicFrameMkLst>
            <pc:docMk/>
            <pc:sldMk cId="1759034163" sldId="434"/>
            <ac:graphicFrameMk id="69" creationId="{6E822A3D-54CC-4D29-AEC0-0E3EF53BB465}"/>
          </ac:graphicFrameMkLst>
        </pc:graphicFrameChg>
        <pc:graphicFrameChg chg="add mod">
          <ac:chgData name="Giuseppe Carteny" userId="6f3ddda2-1c62-49af-8fb6-e5022e6e3d27" providerId="ADAL" clId="{92497209-617C-449F-B9AE-33673A1D7D5D}" dt="2025-09-14T20:59:29.136" v="203"/>
          <ac:graphicFrameMkLst>
            <pc:docMk/>
            <pc:sldMk cId="1759034163" sldId="434"/>
            <ac:graphicFrameMk id="109" creationId="{B4E54BAA-1614-43B6-BF62-86A8C5C92DD7}"/>
          </ac:graphicFrameMkLst>
        </pc:graphicFrameChg>
        <pc:picChg chg="del">
          <ac:chgData name="Giuseppe Carteny" userId="6f3ddda2-1c62-49af-8fb6-e5022e6e3d27" providerId="ADAL" clId="{92497209-617C-449F-B9AE-33673A1D7D5D}" dt="2025-09-14T20:59:28.693" v="202" actId="478"/>
          <ac:picMkLst>
            <pc:docMk/>
            <pc:sldMk cId="1759034163" sldId="434"/>
            <ac:picMk id="28" creationId="{5F5BB510-5DC5-49F7-9A95-BA4D5961F65F}"/>
          </ac:picMkLst>
        </pc:picChg>
        <pc:picChg chg="del">
          <ac:chgData name="Giuseppe Carteny" userId="6f3ddda2-1c62-49af-8fb6-e5022e6e3d27" providerId="ADAL" clId="{92497209-617C-449F-B9AE-33673A1D7D5D}" dt="2025-09-14T20:59:28.693" v="202" actId="478"/>
          <ac:picMkLst>
            <pc:docMk/>
            <pc:sldMk cId="1759034163" sldId="434"/>
            <ac:picMk id="29" creationId="{10615903-3FDB-4559-895A-2D64A1BADCF6}"/>
          </ac:picMkLst>
        </pc:picChg>
        <pc:picChg chg="del">
          <ac:chgData name="Giuseppe Carteny" userId="6f3ddda2-1c62-49af-8fb6-e5022e6e3d27" providerId="ADAL" clId="{92497209-617C-449F-B9AE-33673A1D7D5D}" dt="2025-09-14T20:59:28.693" v="202" actId="478"/>
          <ac:picMkLst>
            <pc:docMk/>
            <pc:sldMk cId="1759034163" sldId="434"/>
            <ac:picMk id="33" creationId="{541992CC-D4DB-4B12-87B6-A31514F3F0D9}"/>
          </ac:picMkLst>
        </pc:picChg>
        <pc:picChg chg="del">
          <ac:chgData name="Giuseppe Carteny" userId="6f3ddda2-1c62-49af-8fb6-e5022e6e3d27" providerId="ADAL" clId="{92497209-617C-449F-B9AE-33673A1D7D5D}" dt="2025-09-14T20:59:28.693" v="202" actId="478"/>
          <ac:picMkLst>
            <pc:docMk/>
            <pc:sldMk cId="1759034163" sldId="434"/>
            <ac:picMk id="39" creationId="{14D29CD2-5B58-4BEF-8FB8-55B42D49C840}"/>
          </ac:picMkLst>
        </pc:picChg>
        <pc:picChg chg="del">
          <ac:chgData name="Giuseppe Carteny" userId="6f3ddda2-1c62-49af-8fb6-e5022e6e3d27" providerId="ADAL" clId="{92497209-617C-449F-B9AE-33673A1D7D5D}" dt="2025-09-14T20:59:28.693" v="202" actId="478"/>
          <ac:picMkLst>
            <pc:docMk/>
            <pc:sldMk cId="1759034163" sldId="434"/>
            <ac:picMk id="40" creationId="{63E69260-9855-4C4E-BDF5-7C303F789D40}"/>
          </ac:picMkLst>
        </pc:picChg>
        <pc:picChg chg="del">
          <ac:chgData name="Giuseppe Carteny" userId="6f3ddda2-1c62-49af-8fb6-e5022e6e3d27" providerId="ADAL" clId="{92497209-617C-449F-B9AE-33673A1D7D5D}" dt="2025-09-14T20:59:28.693" v="202" actId="478"/>
          <ac:picMkLst>
            <pc:docMk/>
            <pc:sldMk cId="1759034163" sldId="434"/>
            <ac:picMk id="41" creationId="{79C3204E-3130-4077-A1D4-1160F71ADEAB}"/>
          </ac:picMkLst>
        </pc:picChg>
        <pc:picChg chg="del">
          <ac:chgData name="Giuseppe Carteny" userId="6f3ddda2-1c62-49af-8fb6-e5022e6e3d27" providerId="ADAL" clId="{92497209-617C-449F-B9AE-33673A1D7D5D}" dt="2025-09-14T20:59:28.693" v="202" actId="478"/>
          <ac:picMkLst>
            <pc:docMk/>
            <pc:sldMk cId="1759034163" sldId="434"/>
            <ac:picMk id="42" creationId="{60E7E3DE-6E7C-4CAC-83F5-B327B2FA8F27}"/>
          </ac:picMkLst>
        </pc:picChg>
        <pc:picChg chg="del">
          <ac:chgData name="Giuseppe Carteny" userId="6f3ddda2-1c62-49af-8fb6-e5022e6e3d27" providerId="ADAL" clId="{92497209-617C-449F-B9AE-33673A1D7D5D}" dt="2025-09-14T20:59:28.693" v="202" actId="478"/>
          <ac:picMkLst>
            <pc:docMk/>
            <pc:sldMk cId="1759034163" sldId="434"/>
            <ac:picMk id="43" creationId="{60BED075-B471-4CE9-AB34-1708A4FCA24B}"/>
          </ac:picMkLst>
        </pc:picChg>
        <pc:picChg chg="del">
          <ac:chgData name="Giuseppe Carteny" userId="6f3ddda2-1c62-49af-8fb6-e5022e6e3d27" providerId="ADAL" clId="{92497209-617C-449F-B9AE-33673A1D7D5D}" dt="2025-09-14T20:59:28.693" v="202" actId="478"/>
          <ac:picMkLst>
            <pc:docMk/>
            <pc:sldMk cId="1759034163" sldId="434"/>
            <ac:picMk id="45" creationId="{BAF5B338-8065-466B-AAE4-E99933C5DED6}"/>
          </ac:picMkLst>
        </pc:picChg>
        <pc:picChg chg="del">
          <ac:chgData name="Giuseppe Carteny" userId="6f3ddda2-1c62-49af-8fb6-e5022e6e3d27" providerId="ADAL" clId="{92497209-617C-449F-B9AE-33673A1D7D5D}" dt="2025-09-14T20:59:28.693" v="202" actId="478"/>
          <ac:picMkLst>
            <pc:docMk/>
            <pc:sldMk cId="1759034163" sldId="434"/>
            <ac:picMk id="47" creationId="{DB681514-E9C7-417D-A61B-FF55598D6533}"/>
          </ac:picMkLst>
        </pc:picChg>
        <pc:picChg chg="del">
          <ac:chgData name="Giuseppe Carteny" userId="6f3ddda2-1c62-49af-8fb6-e5022e6e3d27" providerId="ADAL" clId="{92497209-617C-449F-B9AE-33673A1D7D5D}" dt="2025-09-14T20:59:28.693" v="202" actId="478"/>
          <ac:picMkLst>
            <pc:docMk/>
            <pc:sldMk cId="1759034163" sldId="434"/>
            <ac:picMk id="57" creationId="{42165514-D3C2-46DB-97ED-980957C35DF4}"/>
          </ac:picMkLst>
        </pc:picChg>
        <pc:picChg chg="add del mod">
          <ac:chgData name="Giuseppe Carteny" userId="6f3ddda2-1c62-49af-8fb6-e5022e6e3d27" providerId="ADAL" clId="{92497209-617C-449F-B9AE-33673A1D7D5D}" dt="2025-09-14T20:59:27.337" v="201"/>
          <ac:picMkLst>
            <pc:docMk/>
            <pc:sldMk cId="1759034163" sldId="434"/>
            <ac:picMk id="58" creationId="{82FE17D0-8D1B-4EC5-8C0D-8E1D4EA41AB7}"/>
          </ac:picMkLst>
        </pc:picChg>
        <pc:picChg chg="add del mod">
          <ac:chgData name="Giuseppe Carteny" userId="6f3ddda2-1c62-49af-8fb6-e5022e6e3d27" providerId="ADAL" clId="{92497209-617C-449F-B9AE-33673A1D7D5D}" dt="2025-09-14T20:59:27.337" v="201"/>
          <ac:picMkLst>
            <pc:docMk/>
            <pc:sldMk cId="1759034163" sldId="434"/>
            <ac:picMk id="60" creationId="{8A9132A6-C1D5-44DB-87E3-CA0EF32D871A}"/>
          </ac:picMkLst>
        </pc:picChg>
        <pc:picChg chg="add del mod">
          <ac:chgData name="Giuseppe Carteny" userId="6f3ddda2-1c62-49af-8fb6-e5022e6e3d27" providerId="ADAL" clId="{92497209-617C-449F-B9AE-33673A1D7D5D}" dt="2025-09-14T20:59:27.337" v="201"/>
          <ac:picMkLst>
            <pc:docMk/>
            <pc:sldMk cId="1759034163" sldId="434"/>
            <ac:picMk id="61" creationId="{DD8BB914-AE68-4576-AC33-B24CB9D06445}"/>
          </ac:picMkLst>
        </pc:picChg>
        <pc:picChg chg="add del mod">
          <ac:chgData name="Giuseppe Carteny" userId="6f3ddda2-1c62-49af-8fb6-e5022e6e3d27" providerId="ADAL" clId="{92497209-617C-449F-B9AE-33673A1D7D5D}" dt="2025-09-14T20:59:27.337" v="201"/>
          <ac:picMkLst>
            <pc:docMk/>
            <pc:sldMk cId="1759034163" sldId="434"/>
            <ac:picMk id="62" creationId="{A5DDE85E-16F5-4897-8021-2F3BA0EB5C72}"/>
          </ac:picMkLst>
        </pc:picChg>
        <pc:picChg chg="add del mod">
          <ac:chgData name="Giuseppe Carteny" userId="6f3ddda2-1c62-49af-8fb6-e5022e6e3d27" providerId="ADAL" clId="{92497209-617C-449F-B9AE-33673A1D7D5D}" dt="2025-09-14T20:59:27.337" v="201"/>
          <ac:picMkLst>
            <pc:docMk/>
            <pc:sldMk cId="1759034163" sldId="434"/>
            <ac:picMk id="63" creationId="{3D81CA36-42A1-4581-B8CF-04D0D4E06F78}"/>
          </ac:picMkLst>
        </pc:picChg>
        <pc:picChg chg="add del mod">
          <ac:chgData name="Giuseppe Carteny" userId="6f3ddda2-1c62-49af-8fb6-e5022e6e3d27" providerId="ADAL" clId="{92497209-617C-449F-B9AE-33673A1D7D5D}" dt="2025-09-14T20:59:27.337" v="201"/>
          <ac:picMkLst>
            <pc:docMk/>
            <pc:sldMk cId="1759034163" sldId="434"/>
            <ac:picMk id="64" creationId="{3EC9F2E2-8E10-48FB-A7F2-870CA5E8238F}"/>
          </ac:picMkLst>
        </pc:picChg>
        <pc:picChg chg="add del mod">
          <ac:chgData name="Giuseppe Carteny" userId="6f3ddda2-1c62-49af-8fb6-e5022e6e3d27" providerId="ADAL" clId="{92497209-617C-449F-B9AE-33673A1D7D5D}" dt="2025-09-14T20:59:27.337" v="201"/>
          <ac:picMkLst>
            <pc:docMk/>
            <pc:sldMk cId="1759034163" sldId="434"/>
            <ac:picMk id="71" creationId="{A7C8843E-FE4F-4532-8464-2EC5ED3DA802}"/>
          </ac:picMkLst>
        </pc:picChg>
        <pc:picChg chg="add del mod">
          <ac:chgData name="Giuseppe Carteny" userId="6f3ddda2-1c62-49af-8fb6-e5022e6e3d27" providerId="ADAL" clId="{92497209-617C-449F-B9AE-33673A1D7D5D}" dt="2025-09-14T20:59:27.337" v="201"/>
          <ac:picMkLst>
            <pc:docMk/>
            <pc:sldMk cId="1759034163" sldId="434"/>
            <ac:picMk id="72" creationId="{BB33054B-C9CA-4E1A-B439-47DFF29ED082}"/>
          </ac:picMkLst>
        </pc:picChg>
        <pc:picChg chg="add del mod">
          <ac:chgData name="Giuseppe Carteny" userId="6f3ddda2-1c62-49af-8fb6-e5022e6e3d27" providerId="ADAL" clId="{92497209-617C-449F-B9AE-33673A1D7D5D}" dt="2025-09-14T20:59:27.337" v="201"/>
          <ac:picMkLst>
            <pc:docMk/>
            <pc:sldMk cId="1759034163" sldId="434"/>
            <ac:picMk id="73" creationId="{8E0B4429-08D5-4F71-96F4-16BAAB2324C6}"/>
          </ac:picMkLst>
        </pc:picChg>
        <pc:picChg chg="add del mod">
          <ac:chgData name="Giuseppe Carteny" userId="6f3ddda2-1c62-49af-8fb6-e5022e6e3d27" providerId="ADAL" clId="{92497209-617C-449F-B9AE-33673A1D7D5D}" dt="2025-09-14T20:59:27.337" v="201"/>
          <ac:picMkLst>
            <pc:docMk/>
            <pc:sldMk cId="1759034163" sldId="434"/>
            <ac:picMk id="74" creationId="{9AF1B10F-612B-4135-AB2F-52FC34D7613E}"/>
          </ac:picMkLst>
        </pc:picChg>
        <pc:picChg chg="add del mod">
          <ac:chgData name="Giuseppe Carteny" userId="6f3ddda2-1c62-49af-8fb6-e5022e6e3d27" providerId="ADAL" clId="{92497209-617C-449F-B9AE-33673A1D7D5D}" dt="2025-09-14T20:59:27.337" v="201"/>
          <ac:picMkLst>
            <pc:docMk/>
            <pc:sldMk cId="1759034163" sldId="434"/>
            <ac:picMk id="76" creationId="{97126E32-2F8F-4234-A4BC-0AFAE4814A5D}"/>
          </ac:picMkLst>
        </pc:picChg>
        <pc:picChg chg="add del mod">
          <ac:chgData name="Giuseppe Carteny" userId="6f3ddda2-1c62-49af-8fb6-e5022e6e3d27" providerId="ADAL" clId="{92497209-617C-449F-B9AE-33673A1D7D5D}" dt="2025-09-14T20:59:27.337" v="201"/>
          <ac:picMkLst>
            <pc:docMk/>
            <pc:sldMk cId="1759034163" sldId="434"/>
            <ac:picMk id="77" creationId="{E10C89CD-C2B5-43A0-B09A-1CA36EE138E4}"/>
          </ac:picMkLst>
        </pc:picChg>
        <pc:picChg chg="add del mod">
          <ac:chgData name="Giuseppe Carteny" userId="6f3ddda2-1c62-49af-8fb6-e5022e6e3d27" providerId="ADAL" clId="{92497209-617C-449F-B9AE-33673A1D7D5D}" dt="2025-09-14T20:59:27.337" v="201"/>
          <ac:picMkLst>
            <pc:docMk/>
            <pc:sldMk cId="1759034163" sldId="434"/>
            <ac:picMk id="82" creationId="{F4CF90C2-1989-4380-980E-996AC896EC3F}"/>
          </ac:picMkLst>
        </pc:picChg>
        <pc:picChg chg="add mod">
          <ac:chgData name="Giuseppe Carteny" userId="6f3ddda2-1c62-49af-8fb6-e5022e6e3d27" providerId="ADAL" clId="{92497209-617C-449F-B9AE-33673A1D7D5D}" dt="2025-09-14T20:59:29.136" v="203"/>
          <ac:picMkLst>
            <pc:docMk/>
            <pc:sldMk cId="1759034163" sldId="434"/>
            <ac:picMk id="94" creationId="{D8AA82E5-88CD-4BB2-9B1B-25AEBEDD1485}"/>
          </ac:picMkLst>
        </pc:picChg>
        <pc:picChg chg="add mod">
          <ac:chgData name="Giuseppe Carteny" userId="6f3ddda2-1c62-49af-8fb6-e5022e6e3d27" providerId="ADAL" clId="{92497209-617C-449F-B9AE-33673A1D7D5D}" dt="2025-09-14T20:59:29.136" v="203"/>
          <ac:picMkLst>
            <pc:docMk/>
            <pc:sldMk cId="1759034163" sldId="434"/>
            <ac:picMk id="95" creationId="{ECDBF081-960C-477A-9098-31088C1A2D83}"/>
          </ac:picMkLst>
        </pc:picChg>
        <pc:picChg chg="add mod">
          <ac:chgData name="Giuseppe Carteny" userId="6f3ddda2-1c62-49af-8fb6-e5022e6e3d27" providerId="ADAL" clId="{92497209-617C-449F-B9AE-33673A1D7D5D}" dt="2025-09-14T20:59:29.136" v="203"/>
          <ac:picMkLst>
            <pc:docMk/>
            <pc:sldMk cId="1759034163" sldId="434"/>
            <ac:picMk id="96" creationId="{46E775FF-8CC2-49C7-95DF-40A22B1EE226}"/>
          </ac:picMkLst>
        </pc:picChg>
        <pc:picChg chg="add mod">
          <ac:chgData name="Giuseppe Carteny" userId="6f3ddda2-1c62-49af-8fb6-e5022e6e3d27" providerId="ADAL" clId="{92497209-617C-449F-B9AE-33673A1D7D5D}" dt="2025-09-14T20:59:29.136" v="203"/>
          <ac:picMkLst>
            <pc:docMk/>
            <pc:sldMk cId="1759034163" sldId="434"/>
            <ac:picMk id="97" creationId="{F321C042-DA63-464F-A769-9D7460D525BB}"/>
          </ac:picMkLst>
        </pc:picChg>
        <pc:picChg chg="add mod">
          <ac:chgData name="Giuseppe Carteny" userId="6f3ddda2-1c62-49af-8fb6-e5022e6e3d27" providerId="ADAL" clId="{92497209-617C-449F-B9AE-33673A1D7D5D}" dt="2025-09-14T20:59:29.136" v="203"/>
          <ac:picMkLst>
            <pc:docMk/>
            <pc:sldMk cId="1759034163" sldId="434"/>
            <ac:picMk id="98" creationId="{D155649A-1046-4D9C-A964-66F81AB90E4B}"/>
          </ac:picMkLst>
        </pc:picChg>
        <pc:picChg chg="add mod">
          <ac:chgData name="Giuseppe Carteny" userId="6f3ddda2-1c62-49af-8fb6-e5022e6e3d27" providerId="ADAL" clId="{92497209-617C-449F-B9AE-33673A1D7D5D}" dt="2025-09-14T20:59:29.136" v="203"/>
          <ac:picMkLst>
            <pc:docMk/>
            <pc:sldMk cId="1759034163" sldId="434"/>
            <ac:picMk id="99" creationId="{4CC51CF2-A875-4A0F-804C-818383F411DD}"/>
          </ac:picMkLst>
        </pc:picChg>
        <pc:picChg chg="add mod">
          <ac:chgData name="Giuseppe Carteny" userId="6f3ddda2-1c62-49af-8fb6-e5022e6e3d27" providerId="ADAL" clId="{92497209-617C-449F-B9AE-33673A1D7D5D}" dt="2025-09-14T20:59:29.136" v="203"/>
          <ac:picMkLst>
            <pc:docMk/>
            <pc:sldMk cId="1759034163" sldId="434"/>
            <ac:picMk id="111" creationId="{637AE0CC-FBC9-4B9A-A7F5-9EE06BB7BC02}"/>
          </ac:picMkLst>
        </pc:picChg>
        <pc:picChg chg="add mod">
          <ac:chgData name="Giuseppe Carteny" userId="6f3ddda2-1c62-49af-8fb6-e5022e6e3d27" providerId="ADAL" clId="{92497209-617C-449F-B9AE-33673A1D7D5D}" dt="2025-09-14T20:59:29.136" v="203"/>
          <ac:picMkLst>
            <pc:docMk/>
            <pc:sldMk cId="1759034163" sldId="434"/>
            <ac:picMk id="112" creationId="{40DBF707-46A3-4DAA-BAE7-4CB636CF34CA}"/>
          </ac:picMkLst>
        </pc:picChg>
        <pc:picChg chg="add mod">
          <ac:chgData name="Giuseppe Carteny" userId="6f3ddda2-1c62-49af-8fb6-e5022e6e3d27" providerId="ADAL" clId="{92497209-617C-449F-B9AE-33673A1D7D5D}" dt="2025-09-14T20:59:29.136" v="203"/>
          <ac:picMkLst>
            <pc:docMk/>
            <pc:sldMk cId="1759034163" sldId="434"/>
            <ac:picMk id="113" creationId="{9E2BB4CF-4ED2-4CF2-87AE-25183801CAC8}"/>
          </ac:picMkLst>
        </pc:picChg>
        <pc:picChg chg="add mod">
          <ac:chgData name="Giuseppe Carteny" userId="6f3ddda2-1c62-49af-8fb6-e5022e6e3d27" providerId="ADAL" clId="{92497209-617C-449F-B9AE-33673A1D7D5D}" dt="2025-09-14T20:59:29.136" v="203"/>
          <ac:picMkLst>
            <pc:docMk/>
            <pc:sldMk cId="1759034163" sldId="434"/>
            <ac:picMk id="114" creationId="{963E5CDC-E02B-4485-835D-554EED677B3D}"/>
          </ac:picMkLst>
        </pc:picChg>
        <pc:picChg chg="add mod">
          <ac:chgData name="Giuseppe Carteny" userId="6f3ddda2-1c62-49af-8fb6-e5022e6e3d27" providerId="ADAL" clId="{92497209-617C-449F-B9AE-33673A1D7D5D}" dt="2025-09-14T20:59:29.136" v="203"/>
          <ac:picMkLst>
            <pc:docMk/>
            <pc:sldMk cId="1759034163" sldId="434"/>
            <ac:picMk id="116" creationId="{B7DCC832-09F7-402F-A611-4E28954726E9}"/>
          </ac:picMkLst>
        </pc:picChg>
        <pc:picChg chg="add mod">
          <ac:chgData name="Giuseppe Carteny" userId="6f3ddda2-1c62-49af-8fb6-e5022e6e3d27" providerId="ADAL" clId="{92497209-617C-449F-B9AE-33673A1D7D5D}" dt="2025-09-14T20:59:29.136" v="203"/>
          <ac:picMkLst>
            <pc:docMk/>
            <pc:sldMk cId="1759034163" sldId="434"/>
            <ac:picMk id="117" creationId="{B73F24A8-4CC8-4D51-B6D4-489F4EC77FA3}"/>
          </ac:picMkLst>
        </pc:picChg>
        <pc:picChg chg="add mod">
          <ac:chgData name="Giuseppe Carteny" userId="6f3ddda2-1c62-49af-8fb6-e5022e6e3d27" providerId="ADAL" clId="{92497209-617C-449F-B9AE-33673A1D7D5D}" dt="2025-09-14T20:59:29.136" v="203"/>
          <ac:picMkLst>
            <pc:docMk/>
            <pc:sldMk cId="1759034163" sldId="434"/>
            <ac:picMk id="122" creationId="{1E44923E-F977-4B42-A341-ECEE46E09CF3}"/>
          </ac:picMkLst>
        </pc:picChg>
        <pc:cxnChg chg="add del mod">
          <ac:chgData name="Giuseppe Carteny" userId="6f3ddda2-1c62-49af-8fb6-e5022e6e3d27" providerId="ADAL" clId="{92497209-617C-449F-B9AE-33673A1D7D5D}" dt="2025-09-14T20:59:27.337" v="201"/>
          <ac:cxnSpMkLst>
            <pc:docMk/>
            <pc:sldMk cId="1759034163" sldId="434"/>
            <ac:cxnSpMk id="46" creationId="{11F0DDE0-6E34-4A89-AA49-CA8111CD8DA4}"/>
          </ac:cxnSpMkLst>
        </pc:cxnChg>
        <pc:cxnChg chg="add del mod">
          <ac:chgData name="Giuseppe Carteny" userId="6f3ddda2-1c62-49af-8fb6-e5022e6e3d27" providerId="ADAL" clId="{92497209-617C-449F-B9AE-33673A1D7D5D}" dt="2025-09-14T20:59:27.337" v="201"/>
          <ac:cxnSpMkLst>
            <pc:docMk/>
            <pc:sldMk cId="1759034163" sldId="434"/>
            <ac:cxnSpMk id="49" creationId="{E4B358DA-E576-4BED-8CD9-AF675153B21A}"/>
          </ac:cxnSpMkLst>
        </pc:cxnChg>
        <pc:cxnChg chg="add del mod">
          <ac:chgData name="Giuseppe Carteny" userId="6f3ddda2-1c62-49af-8fb6-e5022e6e3d27" providerId="ADAL" clId="{92497209-617C-449F-B9AE-33673A1D7D5D}" dt="2025-09-14T20:59:27.337" v="201"/>
          <ac:cxnSpMkLst>
            <pc:docMk/>
            <pc:sldMk cId="1759034163" sldId="434"/>
            <ac:cxnSpMk id="83" creationId="{E3F3143F-045F-465E-BBD6-55364127AD36}"/>
          </ac:cxnSpMkLst>
        </pc:cxnChg>
        <pc:cxnChg chg="add mod">
          <ac:chgData name="Giuseppe Carteny" userId="6f3ddda2-1c62-49af-8fb6-e5022e6e3d27" providerId="ADAL" clId="{92497209-617C-449F-B9AE-33673A1D7D5D}" dt="2025-09-14T20:59:29.136" v="203"/>
          <ac:cxnSpMkLst>
            <pc:docMk/>
            <pc:sldMk cId="1759034163" sldId="434"/>
            <ac:cxnSpMk id="90" creationId="{ECAE3798-31F6-4DF0-BF1D-F76ECBAE77C0}"/>
          </ac:cxnSpMkLst>
        </pc:cxnChg>
        <pc:cxnChg chg="add mod">
          <ac:chgData name="Giuseppe Carteny" userId="6f3ddda2-1c62-49af-8fb6-e5022e6e3d27" providerId="ADAL" clId="{92497209-617C-449F-B9AE-33673A1D7D5D}" dt="2025-09-14T20:59:29.136" v="203"/>
          <ac:cxnSpMkLst>
            <pc:docMk/>
            <pc:sldMk cId="1759034163" sldId="434"/>
            <ac:cxnSpMk id="91" creationId="{6108FBB5-1627-4F7B-B442-865E718964AF}"/>
          </ac:cxnSpMkLst>
        </pc:cxnChg>
        <pc:cxnChg chg="del">
          <ac:chgData name="Giuseppe Carteny" userId="6f3ddda2-1c62-49af-8fb6-e5022e6e3d27" providerId="ADAL" clId="{92497209-617C-449F-B9AE-33673A1D7D5D}" dt="2025-09-14T20:59:28.693" v="202" actId="478"/>
          <ac:cxnSpMkLst>
            <pc:docMk/>
            <pc:sldMk cId="1759034163" sldId="434"/>
            <ac:cxnSpMk id="104" creationId="{0AE77EB0-9819-4240-B13C-9AF95F96FADB}"/>
          </ac:cxnSpMkLst>
        </pc:cxnChg>
        <pc:cxnChg chg="del">
          <ac:chgData name="Giuseppe Carteny" userId="6f3ddda2-1c62-49af-8fb6-e5022e6e3d27" providerId="ADAL" clId="{92497209-617C-449F-B9AE-33673A1D7D5D}" dt="2025-09-14T20:59:28.693" v="202" actId="478"/>
          <ac:cxnSpMkLst>
            <pc:docMk/>
            <pc:sldMk cId="1759034163" sldId="434"/>
            <ac:cxnSpMk id="105" creationId="{8DCB87FE-4BAF-4848-864A-55413B6F02C6}"/>
          </ac:cxnSpMkLst>
        </pc:cxnChg>
        <pc:cxnChg chg="add mod">
          <ac:chgData name="Giuseppe Carteny" userId="6f3ddda2-1c62-49af-8fb6-e5022e6e3d27" providerId="ADAL" clId="{92497209-617C-449F-B9AE-33673A1D7D5D}" dt="2025-09-14T20:59:29.136" v="203"/>
          <ac:cxnSpMkLst>
            <pc:docMk/>
            <pc:sldMk cId="1759034163" sldId="434"/>
            <ac:cxnSpMk id="123" creationId="{15676E70-E8F7-4C6D-8170-BA51DCE23404}"/>
          </ac:cxnSpMkLst>
        </pc:cxnChg>
      </pc:sldChg>
      <pc:sldChg chg="add del">
        <pc:chgData name="Giuseppe Carteny" userId="6f3ddda2-1c62-49af-8fb6-e5022e6e3d27" providerId="ADAL" clId="{92497209-617C-449F-B9AE-33673A1D7D5D}" dt="2025-09-14T20:53:20.694" v="182"/>
        <pc:sldMkLst>
          <pc:docMk/>
          <pc:sldMk cId="2536635784" sldId="434"/>
        </pc:sldMkLst>
      </pc:sldChg>
      <pc:sldChg chg="add del">
        <pc:chgData name="Giuseppe Carteny" userId="6f3ddda2-1c62-49af-8fb6-e5022e6e3d27" providerId="ADAL" clId="{92497209-617C-449F-B9AE-33673A1D7D5D}" dt="2025-09-14T21:01:04.065" v="218" actId="47"/>
        <pc:sldMkLst>
          <pc:docMk/>
          <pc:sldMk cId="2519810981" sldId="435"/>
        </pc:sldMkLst>
      </pc:sldChg>
      <pc:sldChg chg="addSp delSp modSp add mod modClrScheme chgLayout">
        <pc:chgData name="Giuseppe Carteny" userId="6f3ddda2-1c62-49af-8fb6-e5022e6e3d27" providerId="ADAL" clId="{92497209-617C-449F-B9AE-33673A1D7D5D}" dt="2025-09-14T21:31:13.244" v="247" actId="478"/>
        <pc:sldMkLst>
          <pc:docMk/>
          <pc:sldMk cId="3597681090" sldId="436"/>
        </pc:sldMkLst>
        <pc:spChg chg="add del mod ord">
          <ac:chgData name="Giuseppe Carteny" userId="6f3ddda2-1c62-49af-8fb6-e5022e6e3d27" providerId="ADAL" clId="{92497209-617C-449F-B9AE-33673A1D7D5D}" dt="2025-09-14T21:01:36.373" v="228" actId="478"/>
          <ac:spMkLst>
            <pc:docMk/>
            <pc:sldMk cId="3597681090" sldId="436"/>
            <ac:spMk id="2" creationId="{4F532EF6-C06A-40C5-A08C-F8761E3241B9}"/>
          </ac:spMkLst>
        </pc:spChg>
        <pc:spChg chg="del">
          <ac:chgData name="Giuseppe Carteny" userId="6f3ddda2-1c62-49af-8fb6-e5022e6e3d27" providerId="ADAL" clId="{92497209-617C-449F-B9AE-33673A1D7D5D}" dt="2025-09-14T21:01:14.352" v="220" actId="700"/>
          <ac:spMkLst>
            <pc:docMk/>
            <pc:sldMk cId="3597681090" sldId="436"/>
            <ac:spMk id="3" creationId="{A294E90B-E8A8-4B0B-BF26-6F465754D1B0}"/>
          </ac:spMkLst>
        </pc:spChg>
        <pc:spChg chg="mod ord">
          <ac:chgData name="Giuseppe Carteny" userId="6f3ddda2-1c62-49af-8fb6-e5022e6e3d27" providerId="ADAL" clId="{92497209-617C-449F-B9AE-33673A1D7D5D}" dt="2025-09-14T21:01:14.352" v="220" actId="700"/>
          <ac:spMkLst>
            <pc:docMk/>
            <pc:sldMk cId="3597681090" sldId="436"/>
            <ac:spMk id="4" creationId="{71DA2BE6-4ED9-47C8-8DE3-7DD3278BB695}"/>
          </ac:spMkLst>
        </pc:spChg>
        <pc:spChg chg="del mod ord">
          <ac:chgData name="Giuseppe Carteny" userId="6f3ddda2-1c62-49af-8fb6-e5022e6e3d27" providerId="ADAL" clId="{92497209-617C-449F-B9AE-33673A1D7D5D}" dt="2025-09-14T21:31:13.244" v="247" actId="478"/>
          <ac:spMkLst>
            <pc:docMk/>
            <pc:sldMk cId="3597681090" sldId="436"/>
            <ac:spMk id="5" creationId="{2F224EA0-8840-400D-AF6B-D4206692D3BD}"/>
          </ac:spMkLst>
        </pc:spChg>
        <pc:spChg chg="add del mod ord">
          <ac:chgData name="Giuseppe Carteny" userId="6f3ddda2-1c62-49af-8fb6-e5022e6e3d27" providerId="ADAL" clId="{92497209-617C-449F-B9AE-33673A1D7D5D}" dt="2025-09-14T21:02:44.495" v="245" actId="478"/>
          <ac:spMkLst>
            <pc:docMk/>
            <pc:sldMk cId="3597681090" sldId="436"/>
            <ac:spMk id="8" creationId="{523E486F-038E-4D98-98A6-CAD8785C8C09}"/>
          </ac:spMkLst>
        </pc:spChg>
        <pc:spChg chg="del">
          <ac:chgData name="Giuseppe Carteny" userId="6f3ddda2-1c62-49af-8fb6-e5022e6e3d27" providerId="ADAL" clId="{92497209-617C-449F-B9AE-33673A1D7D5D}" dt="2025-09-14T21:01:38.366" v="229" actId="478"/>
          <ac:spMkLst>
            <pc:docMk/>
            <pc:sldMk cId="3597681090" sldId="436"/>
            <ac:spMk id="11" creationId="{DE99BE31-D648-461F-BC6D-47A69FC01708}"/>
          </ac:spMkLst>
        </pc:spChg>
        <pc:spChg chg="mod">
          <ac:chgData name="Giuseppe Carteny" userId="6f3ddda2-1c62-49af-8fb6-e5022e6e3d27" providerId="ADAL" clId="{92497209-617C-449F-B9AE-33673A1D7D5D}" dt="2025-09-14T21:01:55.648" v="237" actId="404"/>
          <ac:spMkLst>
            <pc:docMk/>
            <pc:sldMk cId="3597681090" sldId="436"/>
            <ac:spMk id="12" creationId="{86CEA2C6-70D0-4052-ABBD-C16D3295BFF3}"/>
          </ac:spMkLst>
        </pc:spChg>
        <pc:spChg chg="mod">
          <ac:chgData name="Giuseppe Carteny" userId="6f3ddda2-1c62-49af-8fb6-e5022e6e3d27" providerId="ADAL" clId="{92497209-617C-449F-B9AE-33673A1D7D5D}" dt="2025-09-14T21:01:50.911" v="233" actId="404"/>
          <ac:spMkLst>
            <pc:docMk/>
            <pc:sldMk cId="3597681090" sldId="436"/>
            <ac:spMk id="16" creationId="{9AD265B4-3456-4DCA-87B1-B252CA226E26}"/>
          </ac:spMkLst>
        </pc:spChg>
        <pc:spChg chg="mod">
          <ac:chgData name="Giuseppe Carteny" userId="6f3ddda2-1c62-49af-8fb6-e5022e6e3d27" providerId="ADAL" clId="{92497209-617C-449F-B9AE-33673A1D7D5D}" dt="2025-09-14T21:02:34.001" v="244" actId="1076"/>
          <ac:spMkLst>
            <pc:docMk/>
            <pc:sldMk cId="3597681090" sldId="436"/>
            <ac:spMk id="48" creationId="{4B30F141-FC5F-4F71-9A23-7B623D49D5D4}"/>
          </ac:spMkLst>
        </pc:spChg>
        <pc:spChg chg="mod">
          <ac:chgData name="Giuseppe Carteny" userId="6f3ddda2-1c62-49af-8fb6-e5022e6e3d27" providerId="ADAL" clId="{92497209-617C-449F-B9AE-33673A1D7D5D}" dt="2025-09-14T21:02:31.015" v="243" actId="1076"/>
          <ac:spMkLst>
            <pc:docMk/>
            <pc:sldMk cId="3597681090" sldId="436"/>
            <ac:spMk id="49" creationId="{64394DFB-F30B-4E26-B23F-772342D34153}"/>
          </ac:spMkLst>
        </pc:spChg>
        <pc:spChg chg="add mod">
          <ac:chgData name="Giuseppe Carteny" userId="6f3ddda2-1c62-49af-8fb6-e5022e6e3d27" providerId="ADAL" clId="{92497209-617C-449F-B9AE-33673A1D7D5D}" dt="2025-09-14T21:01:38.664" v="230"/>
          <ac:spMkLst>
            <pc:docMk/>
            <pc:sldMk cId="3597681090" sldId="436"/>
            <ac:spMk id="53" creationId="{6450C926-5D47-4364-830F-C64846650A45}"/>
          </ac:spMkLst>
        </pc:spChg>
        <pc:picChg chg="mod">
          <ac:chgData name="Giuseppe Carteny" userId="6f3ddda2-1c62-49af-8fb6-e5022e6e3d27" providerId="ADAL" clId="{92497209-617C-449F-B9AE-33673A1D7D5D}" dt="2025-09-14T21:02:02.649" v="239" actId="1076"/>
          <ac:picMkLst>
            <pc:docMk/>
            <pc:sldMk cId="3597681090" sldId="436"/>
            <ac:picMk id="20" creationId="{2E1D3DE3-00EB-417C-8F7B-86014ACFE2E9}"/>
          </ac:picMkLst>
        </pc:picChg>
        <pc:picChg chg="mod">
          <ac:chgData name="Giuseppe Carteny" userId="6f3ddda2-1c62-49af-8fb6-e5022e6e3d27" providerId="ADAL" clId="{92497209-617C-449F-B9AE-33673A1D7D5D}" dt="2025-09-14T21:02:28.869" v="242" actId="1076"/>
          <ac:picMkLst>
            <pc:docMk/>
            <pc:sldMk cId="3597681090" sldId="436"/>
            <ac:picMk id="46" creationId="{CA3D54C3-4FD8-4076-A5DC-F5DF1EDFD899}"/>
          </ac:picMkLst>
        </pc:picChg>
        <pc:picChg chg="mod">
          <ac:chgData name="Giuseppe Carteny" userId="6f3ddda2-1c62-49af-8fb6-e5022e6e3d27" providerId="ADAL" clId="{92497209-617C-449F-B9AE-33673A1D7D5D}" dt="2025-09-14T21:02:28.869" v="242" actId="1076"/>
          <ac:picMkLst>
            <pc:docMk/>
            <pc:sldMk cId="3597681090" sldId="436"/>
            <ac:picMk id="57" creationId="{2EC86C99-EED4-446F-8061-02529DAB0214}"/>
          </ac:picMkLst>
        </pc:picChg>
        <pc:cxnChg chg="mod">
          <ac:chgData name="Giuseppe Carteny" userId="6f3ddda2-1c62-49af-8fb6-e5022e6e3d27" providerId="ADAL" clId="{92497209-617C-449F-B9AE-33673A1D7D5D}" dt="2025-09-14T21:02:04.862" v="240" actId="1076"/>
          <ac:cxnSpMkLst>
            <pc:docMk/>
            <pc:sldMk cId="3597681090" sldId="436"/>
            <ac:cxnSpMk id="7" creationId="{901E0CA8-BDAC-4C48-84A0-F9F90AE0984A}"/>
          </ac:cxnSpMkLst>
        </pc:cxnChg>
      </pc:sldChg>
      <pc:sldChg chg="addSp delSp modSp add mod modClrScheme chgLayout">
        <pc:chgData name="Giuseppe Carteny" userId="6f3ddda2-1c62-49af-8fb6-e5022e6e3d27" providerId="ADAL" clId="{92497209-617C-449F-B9AE-33673A1D7D5D}" dt="2025-09-14T21:31:10.270" v="246" actId="478"/>
        <pc:sldMkLst>
          <pc:docMk/>
          <pc:sldMk cId="3946655151" sldId="437"/>
        </pc:sldMkLst>
        <pc:spChg chg="add del mod">
          <ac:chgData name="Giuseppe Carteny" userId="6f3ddda2-1c62-49af-8fb6-e5022e6e3d27" providerId="ADAL" clId="{92497209-617C-449F-B9AE-33673A1D7D5D}" dt="2025-09-14T21:01:18.158" v="221" actId="6264"/>
          <ac:spMkLst>
            <pc:docMk/>
            <pc:sldMk cId="3946655151" sldId="437"/>
            <ac:spMk id="2" creationId="{F28865B8-69C3-467F-A381-9AEDC9CC6BA5}"/>
          </ac:spMkLst>
        </pc:spChg>
        <pc:spChg chg="del mod ord">
          <ac:chgData name="Giuseppe Carteny" userId="6f3ddda2-1c62-49af-8fb6-e5022e6e3d27" providerId="ADAL" clId="{92497209-617C-449F-B9AE-33673A1D7D5D}" dt="2025-09-14T21:01:19.541" v="222" actId="700"/>
          <ac:spMkLst>
            <pc:docMk/>
            <pc:sldMk cId="3946655151" sldId="437"/>
            <ac:spMk id="3" creationId="{A294E90B-E8A8-4B0B-BF26-6F465754D1B0}"/>
          </ac:spMkLst>
        </pc:spChg>
        <pc:spChg chg="mod ord">
          <ac:chgData name="Giuseppe Carteny" userId="6f3ddda2-1c62-49af-8fb6-e5022e6e3d27" providerId="ADAL" clId="{92497209-617C-449F-B9AE-33673A1D7D5D}" dt="2025-09-14T21:01:19.541" v="222" actId="700"/>
          <ac:spMkLst>
            <pc:docMk/>
            <pc:sldMk cId="3946655151" sldId="437"/>
            <ac:spMk id="4" creationId="{71DA2BE6-4ED9-47C8-8DE3-7DD3278BB695}"/>
          </ac:spMkLst>
        </pc:spChg>
        <pc:spChg chg="del mod ord">
          <ac:chgData name="Giuseppe Carteny" userId="6f3ddda2-1c62-49af-8fb6-e5022e6e3d27" providerId="ADAL" clId="{92497209-617C-449F-B9AE-33673A1D7D5D}" dt="2025-09-14T21:31:10.270" v="246" actId="478"/>
          <ac:spMkLst>
            <pc:docMk/>
            <pc:sldMk cId="3946655151" sldId="437"/>
            <ac:spMk id="5" creationId="{2F224EA0-8840-400D-AF6B-D4206692D3BD}"/>
          </ac:spMkLst>
        </pc:spChg>
        <pc:spChg chg="add del mod">
          <ac:chgData name="Giuseppe Carteny" userId="6f3ddda2-1c62-49af-8fb6-e5022e6e3d27" providerId="ADAL" clId="{92497209-617C-449F-B9AE-33673A1D7D5D}" dt="2025-09-14T21:01:18.158" v="221" actId="6264"/>
          <ac:spMkLst>
            <pc:docMk/>
            <pc:sldMk cId="3946655151" sldId="437"/>
            <ac:spMk id="6" creationId="{DE5A43F4-DC9C-4A9A-B1CD-EF9FEFA03E5C}"/>
          </ac:spMkLst>
        </pc:spChg>
        <pc:spChg chg="add del mod">
          <ac:chgData name="Giuseppe Carteny" userId="6f3ddda2-1c62-49af-8fb6-e5022e6e3d27" providerId="ADAL" clId="{92497209-617C-449F-B9AE-33673A1D7D5D}" dt="2025-09-14T21:01:18.158" v="221" actId="6264"/>
          <ac:spMkLst>
            <pc:docMk/>
            <pc:sldMk cId="3946655151" sldId="437"/>
            <ac:spMk id="7" creationId="{EBE0A9B8-2EC8-4E93-AFA6-5ABE323051BB}"/>
          </ac:spMkLst>
        </pc:spChg>
        <pc:spChg chg="add del mod ord">
          <ac:chgData name="Giuseppe Carteny" userId="6f3ddda2-1c62-49af-8fb6-e5022e6e3d27" providerId="ADAL" clId="{92497209-617C-449F-B9AE-33673A1D7D5D}" dt="2025-09-14T21:01:19.541" v="222" actId="700"/>
          <ac:spMkLst>
            <pc:docMk/>
            <pc:sldMk cId="3946655151" sldId="437"/>
            <ac:spMk id="9" creationId="{41153AEC-E4BF-4E07-8914-EA612A9FF2D6}"/>
          </ac:spMkLst>
        </pc:spChg>
        <pc:spChg chg="del mod">
          <ac:chgData name="Giuseppe Carteny" userId="6f3ddda2-1c62-49af-8fb6-e5022e6e3d27" providerId="ADAL" clId="{92497209-617C-449F-B9AE-33673A1D7D5D}" dt="2025-09-14T21:01:24.666" v="224" actId="478"/>
          <ac:spMkLst>
            <pc:docMk/>
            <pc:sldMk cId="3946655151" sldId="437"/>
            <ac:spMk id="11" creationId="{DE99BE31-D648-461F-BC6D-47A69FC01708}"/>
          </ac:spMkLst>
        </pc:spChg>
        <pc:spChg chg="add mod ord">
          <ac:chgData name="Giuseppe Carteny" userId="6f3ddda2-1c62-49af-8fb6-e5022e6e3d27" providerId="ADAL" clId="{92497209-617C-449F-B9AE-33673A1D7D5D}" dt="2025-09-14T21:01:28.634" v="227"/>
          <ac:spMkLst>
            <pc:docMk/>
            <pc:sldMk cId="3946655151" sldId="437"/>
            <ac:spMk id="12" creationId="{B43AB5DE-FD81-4A44-8656-8D2D3EC8F84A}"/>
          </ac:spMkLst>
        </pc:spChg>
        <pc:spChg chg="add mod ord">
          <ac:chgData name="Giuseppe Carteny" userId="6f3ddda2-1c62-49af-8fb6-e5022e6e3d27" providerId="ADAL" clId="{92497209-617C-449F-B9AE-33673A1D7D5D}" dt="2025-09-14T21:01:19.541" v="222" actId="700"/>
          <ac:spMkLst>
            <pc:docMk/>
            <pc:sldMk cId="3946655151" sldId="437"/>
            <ac:spMk id="13" creationId="{C6108C7D-B93F-4444-9D54-E253AA1EB8C6}"/>
          </ac:spMkLst>
        </pc:spChg>
      </pc:sldChg>
      <pc:sldChg chg="addSp delSp modSp add mod modClrScheme chgLayout">
        <pc:chgData name="Giuseppe Carteny" userId="6f3ddda2-1c62-49af-8fb6-e5022e6e3d27" providerId="ADAL" clId="{92497209-617C-449F-B9AE-33673A1D7D5D}" dt="2025-09-15T08:47:41.955" v="835" actId="478"/>
        <pc:sldMkLst>
          <pc:docMk/>
          <pc:sldMk cId="3480402025" sldId="438"/>
        </pc:sldMkLst>
        <pc:spChg chg="add del mod ord">
          <ac:chgData name="Giuseppe Carteny" userId="6f3ddda2-1c62-49af-8fb6-e5022e6e3d27" providerId="ADAL" clId="{92497209-617C-449F-B9AE-33673A1D7D5D}" dt="2025-09-14T22:02:12.938" v="298" actId="478"/>
          <ac:spMkLst>
            <pc:docMk/>
            <pc:sldMk cId="3480402025" sldId="438"/>
            <ac:spMk id="2" creationId="{21BDADBC-3EE0-4B2F-A4C5-23406BDFB085}"/>
          </ac:spMkLst>
        </pc:spChg>
        <pc:spChg chg="del">
          <ac:chgData name="Giuseppe Carteny" userId="6f3ddda2-1c62-49af-8fb6-e5022e6e3d27" providerId="ADAL" clId="{92497209-617C-449F-B9AE-33673A1D7D5D}" dt="2025-09-14T22:01:52.678" v="291" actId="700"/>
          <ac:spMkLst>
            <pc:docMk/>
            <pc:sldMk cId="3480402025" sldId="438"/>
            <ac:spMk id="3" creationId="{A294E90B-E8A8-4B0B-BF26-6F465754D1B0}"/>
          </ac:spMkLst>
        </pc:spChg>
        <pc:spChg chg="mod ord">
          <ac:chgData name="Giuseppe Carteny" userId="6f3ddda2-1c62-49af-8fb6-e5022e6e3d27" providerId="ADAL" clId="{92497209-617C-449F-B9AE-33673A1D7D5D}" dt="2025-09-14T22:01:52.678" v="291" actId="700"/>
          <ac:spMkLst>
            <pc:docMk/>
            <pc:sldMk cId="3480402025" sldId="438"/>
            <ac:spMk id="4" creationId="{71DA2BE6-4ED9-47C8-8DE3-7DD3278BB695}"/>
          </ac:spMkLst>
        </pc:spChg>
        <pc:spChg chg="del mod ord">
          <ac:chgData name="Giuseppe Carteny" userId="6f3ddda2-1c62-49af-8fb6-e5022e6e3d27" providerId="ADAL" clId="{92497209-617C-449F-B9AE-33673A1D7D5D}" dt="2025-09-14T22:12:51.543" v="360" actId="478"/>
          <ac:spMkLst>
            <pc:docMk/>
            <pc:sldMk cId="3480402025" sldId="438"/>
            <ac:spMk id="5" creationId="{2F224EA0-8840-400D-AF6B-D4206692D3BD}"/>
          </ac:spMkLst>
        </pc:spChg>
        <pc:spChg chg="add del mod ord">
          <ac:chgData name="Giuseppe Carteny" userId="6f3ddda2-1c62-49af-8fb6-e5022e6e3d27" providerId="ADAL" clId="{92497209-617C-449F-B9AE-33673A1D7D5D}" dt="2025-09-15T08:47:41.955" v="835" actId="478"/>
          <ac:spMkLst>
            <pc:docMk/>
            <pc:sldMk cId="3480402025" sldId="438"/>
            <ac:spMk id="7" creationId="{593AD723-50E3-4D4B-B6A0-23BE9072C1DE}"/>
          </ac:spMkLst>
        </pc:spChg>
        <pc:spChg chg="del">
          <ac:chgData name="Giuseppe Carteny" userId="6f3ddda2-1c62-49af-8fb6-e5022e6e3d27" providerId="ADAL" clId="{92497209-617C-449F-B9AE-33673A1D7D5D}" dt="2025-09-14T22:02:12.938" v="298" actId="478"/>
          <ac:spMkLst>
            <pc:docMk/>
            <pc:sldMk cId="3480402025" sldId="438"/>
            <ac:spMk id="11" creationId="{DE99BE31-D648-461F-BC6D-47A69FC01708}"/>
          </ac:spMkLst>
        </pc:spChg>
        <pc:spChg chg="add mod">
          <ac:chgData name="Giuseppe Carteny" userId="6f3ddda2-1c62-49af-8fb6-e5022e6e3d27" providerId="ADAL" clId="{92497209-617C-449F-B9AE-33673A1D7D5D}" dt="2025-09-14T22:02:13.116" v="299"/>
          <ac:spMkLst>
            <pc:docMk/>
            <pc:sldMk cId="3480402025" sldId="438"/>
            <ac:spMk id="69" creationId="{D11C5867-6122-4CBF-8F80-0AA5A26AC3AD}"/>
          </ac:spMkLst>
        </pc:spChg>
        <pc:spChg chg="mod">
          <ac:chgData name="Giuseppe Carteny" userId="6f3ddda2-1c62-49af-8fb6-e5022e6e3d27" providerId="ADAL" clId="{92497209-617C-449F-B9AE-33673A1D7D5D}" dt="2025-09-14T22:12:44.373" v="359" actId="1076"/>
          <ac:spMkLst>
            <pc:docMk/>
            <pc:sldMk cId="3480402025" sldId="438"/>
            <ac:spMk id="77" creationId="{C5D6875C-39B2-4844-9977-22917E084DEE}"/>
          </ac:spMkLst>
        </pc:spChg>
      </pc:sldChg>
      <pc:sldChg chg="add del">
        <pc:chgData name="Giuseppe Carteny" userId="6f3ddda2-1c62-49af-8fb6-e5022e6e3d27" providerId="ADAL" clId="{92497209-617C-449F-B9AE-33673A1D7D5D}" dt="2025-09-14T21:58:20.920" v="254"/>
        <pc:sldMkLst>
          <pc:docMk/>
          <pc:sldMk cId="3526965726" sldId="438"/>
        </pc:sldMkLst>
      </pc:sldChg>
      <pc:sldChg chg="modSp add del mod ord">
        <pc:chgData name="Giuseppe Carteny" userId="6f3ddda2-1c62-49af-8fb6-e5022e6e3d27" providerId="ADAL" clId="{92497209-617C-449F-B9AE-33673A1D7D5D}" dt="2025-09-14T21:59:10.210" v="266" actId="47"/>
        <pc:sldMkLst>
          <pc:docMk/>
          <pc:sldMk cId="3944601208" sldId="438"/>
        </pc:sldMkLst>
        <pc:spChg chg="mod">
          <ac:chgData name="Giuseppe Carteny" userId="6f3ddda2-1c62-49af-8fb6-e5022e6e3d27" providerId="ADAL" clId="{92497209-617C-449F-B9AE-33673A1D7D5D}" dt="2025-09-14T21:58:40.824" v="259" actId="208"/>
          <ac:spMkLst>
            <pc:docMk/>
            <pc:sldMk cId="3944601208" sldId="438"/>
            <ac:spMk id="57" creationId="{18709405-9875-4DA8-A547-8FDB75E95FE8}"/>
          </ac:spMkLst>
        </pc:spChg>
        <pc:spChg chg="mod">
          <ac:chgData name="Giuseppe Carteny" userId="6f3ddda2-1c62-49af-8fb6-e5022e6e3d27" providerId="ADAL" clId="{92497209-617C-449F-B9AE-33673A1D7D5D}" dt="2025-09-14T21:58:40.824" v="259" actId="208"/>
          <ac:spMkLst>
            <pc:docMk/>
            <pc:sldMk cId="3944601208" sldId="438"/>
            <ac:spMk id="58" creationId="{0928432F-90E4-4DC7-8599-B47D999B7EF2}"/>
          </ac:spMkLst>
        </pc:spChg>
        <pc:spChg chg="mod">
          <ac:chgData name="Giuseppe Carteny" userId="6f3ddda2-1c62-49af-8fb6-e5022e6e3d27" providerId="ADAL" clId="{92497209-617C-449F-B9AE-33673A1D7D5D}" dt="2025-09-14T21:58:40.824" v="259" actId="208"/>
          <ac:spMkLst>
            <pc:docMk/>
            <pc:sldMk cId="3944601208" sldId="438"/>
            <ac:spMk id="74" creationId="{44FC5286-F134-4146-BA7F-B3C7ADA13ED5}"/>
          </ac:spMkLst>
        </pc:spChg>
        <pc:cxnChg chg="mod">
          <ac:chgData name="Giuseppe Carteny" userId="6f3ddda2-1c62-49af-8fb6-e5022e6e3d27" providerId="ADAL" clId="{92497209-617C-449F-B9AE-33673A1D7D5D}" dt="2025-09-14T21:58:40.824" v="259" actId="208"/>
          <ac:cxnSpMkLst>
            <pc:docMk/>
            <pc:sldMk cId="3944601208" sldId="438"/>
            <ac:cxnSpMk id="70" creationId="{1A4779EF-5E4D-4F2D-96C4-CB3A6207EEF3}"/>
          </ac:cxnSpMkLst>
        </pc:cxnChg>
        <pc:cxnChg chg="mod">
          <ac:chgData name="Giuseppe Carteny" userId="6f3ddda2-1c62-49af-8fb6-e5022e6e3d27" providerId="ADAL" clId="{92497209-617C-449F-B9AE-33673A1D7D5D}" dt="2025-09-14T21:58:40.824" v="259" actId="208"/>
          <ac:cxnSpMkLst>
            <pc:docMk/>
            <pc:sldMk cId="3944601208" sldId="438"/>
            <ac:cxnSpMk id="79" creationId="{B07AACFB-D747-4910-9632-2C4C8B0EC449}"/>
          </ac:cxnSpMkLst>
        </pc:cxnChg>
      </pc:sldChg>
      <pc:sldChg chg="addSp delSp modSp add mod ord addAnim delAnim modAnim">
        <pc:chgData name="Giuseppe Carteny" userId="6f3ddda2-1c62-49af-8fb6-e5022e6e3d27" providerId="ADAL" clId="{92497209-617C-449F-B9AE-33673A1D7D5D}" dt="2025-09-15T12:32:07.407" v="941" actId="108"/>
        <pc:sldMkLst>
          <pc:docMk/>
          <pc:sldMk cId="2048997458" sldId="439"/>
        </pc:sldMkLst>
        <pc:spChg chg="add del mod">
          <ac:chgData name="Giuseppe Carteny" userId="6f3ddda2-1c62-49af-8fb6-e5022e6e3d27" providerId="ADAL" clId="{92497209-617C-449F-B9AE-33673A1D7D5D}" dt="2025-09-15T08:46:15.465" v="820" actId="478"/>
          <ac:spMkLst>
            <pc:docMk/>
            <pc:sldMk cId="2048997458" sldId="439"/>
            <ac:spMk id="33" creationId="{1D2A5D81-5142-4378-BCFC-BA11EA5EDF77}"/>
          </ac:spMkLst>
        </pc:spChg>
        <pc:spChg chg="add mod">
          <ac:chgData name="Giuseppe Carteny" userId="6f3ddda2-1c62-49af-8fb6-e5022e6e3d27" providerId="ADAL" clId="{92497209-617C-449F-B9AE-33673A1D7D5D}" dt="2025-09-15T12:32:01.672" v="939" actId="108"/>
          <ac:spMkLst>
            <pc:docMk/>
            <pc:sldMk cId="2048997458" sldId="439"/>
            <ac:spMk id="33" creationId="{716CA22A-4391-4E85-9051-C2C57556D028}"/>
          </ac:spMkLst>
        </pc:spChg>
        <pc:spChg chg="add del mod">
          <ac:chgData name="Giuseppe Carteny" userId="6f3ddda2-1c62-49af-8fb6-e5022e6e3d27" providerId="ADAL" clId="{92497209-617C-449F-B9AE-33673A1D7D5D}" dt="2025-09-15T12:31:39.734" v="935" actId="478"/>
          <ac:spMkLst>
            <pc:docMk/>
            <pc:sldMk cId="2048997458" sldId="439"/>
            <ac:spMk id="34" creationId="{0E589518-3992-4629-AEAD-B281941EF94C}"/>
          </ac:spMkLst>
        </pc:spChg>
        <pc:spChg chg="add del mod">
          <ac:chgData name="Giuseppe Carteny" userId="6f3ddda2-1c62-49af-8fb6-e5022e6e3d27" providerId="ADAL" clId="{92497209-617C-449F-B9AE-33673A1D7D5D}" dt="2025-09-15T12:31:39.734" v="935" actId="478"/>
          <ac:spMkLst>
            <pc:docMk/>
            <pc:sldMk cId="2048997458" sldId="439"/>
            <ac:spMk id="35" creationId="{7BC1A680-D99F-4B7C-99F1-19EC618622CB}"/>
          </ac:spMkLst>
        </pc:spChg>
        <pc:spChg chg="add del mod">
          <ac:chgData name="Giuseppe Carteny" userId="6f3ddda2-1c62-49af-8fb6-e5022e6e3d27" providerId="ADAL" clId="{92497209-617C-449F-B9AE-33673A1D7D5D}" dt="2025-09-15T12:31:39.734" v="935" actId="478"/>
          <ac:spMkLst>
            <pc:docMk/>
            <pc:sldMk cId="2048997458" sldId="439"/>
            <ac:spMk id="36" creationId="{0FE24AD3-F50A-4C8D-8221-B8AB433D1321}"/>
          </ac:spMkLst>
        </pc:spChg>
        <pc:spChg chg="add mod">
          <ac:chgData name="Giuseppe Carteny" userId="6f3ddda2-1c62-49af-8fb6-e5022e6e3d27" providerId="ADAL" clId="{92497209-617C-449F-B9AE-33673A1D7D5D}" dt="2025-09-15T12:32:04.818" v="940" actId="108"/>
          <ac:spMkLst>
            <pc:docMk/>
            <pc:sldMk cId="2048997458" sldId="439"/>
            <ac:spMk id="37" creationId="{6E1B88DB-745B-41FC-971B-F196981BAD85}"/>
          </ac:spMkLst>
        </pc:spChg>
        <pc:spChg chg="add mod">
          <ac:chgData name="Giuseppe Carteny" userId="6f3ddda2-1c62-49af-8fb6-e5022e6e3d27" providerId="ADAL" clId="{92497209-617C-449F-B9AE-33673A1D7D5D}" dt="2025-09-15T12:32:07.407" v="941" actId="108"/>
          <ac:spMkLst>
            <pc:docMk/>
            <pc:sldMk cId="2048997458" sldId="439"/>
            <ac:spMk id="38" creationId="{29587109-5E09-4C91-A922-330F5FAE7AEC}"/>
          </ac:spMkLst>
        </pc:spChg>
        <pc:spChg chg="del mod">
          <ac:chgData name="Giuseppe Carteny" userId="6f3ddda2-1c62-49af-8fb6-e5022e6e3d27" providerId="ADAL" clId="{92497209-617C-449F-B9AE-33673A1D7D5D}" dt="2025-09-15T08:46:21.176" v="823" actId="478"/>
          <ac:spMkLst>
            <pc:docMk/>
            <pc:sldMk cId="2048997458" sldId="439"/>
            <ac:spMk id="59" creationId="{A6B0C8B1-C655-4248-9C33-30AFC216A3BA}"/>
          </ac:spMkLst>
        </pc:spChg>
        <pc:spChg chg="del mod">
          <ac:chgData name="Giuseppe Carteny" userId="6f3ddda2-1c62-49af-8fb6-e5022e6e3d27" providerId="ADAL" clId="{92497209-617C-449F-B9AE-33673A1D7D5D}" dt="2025-09-15T08:46:58.793" v="830" actId="478"/>
          <ac:spMkLst>
            <pc:docMk/>
            <pc:sldMk cId="2048997458" sldId="439"/>
            <ac:spMk id="74" creationId="{44FC5286-F134-4146-BA7F-B3C7ADA13ED5}"/>
          </ac:spMkLst>
        </pc:spChg>
        <pc:spChg chg="del mod">
          <ac:chgData name="Giuseppe Carteny" userId="6f3ddda2-1c62-49af-8fb6-e5022e6e3d27" providerId="ADAL" clId="{92497209-617C-449F-B9AE-33673A1D7D5D}" dt="2025-09-15T08:46:42.727" v="827" actId="478"/>
          <ac:spMkLst>
            <pc:docMk/>
            <pc:sldMk cId="2048997458" sldId="439"/>
            <ac:spMk id="75" creationId="{CB2D945E-370E-44CB-B941-87C311042215}"/>
          </ac:spMkLst>
        </pc:spChg>
        <pc:spChg chg="mod">
          <ac:chgData name="Giuseppe Carteny" userId="6f3ddda2-1c62-49af-8fb6-e5022e6e3d27" providerId="ADAL" clId="{92497209-617C-449F-B9AE-33673A1D7D5D}" dt="2025-09-14T21:59:58.283" v="276" actId="14100"/>
          <ac:spMkLst>
            <pc:docMk/>
            <pc:sldMk cId="2048997458" sldId="439"/>
            <ac:spMk id="76" creationId="{C4F86084-FB58-4CC6-A365-52BDD59ECEBB}"/>
          </ac:spMkLst>
        </pc:spChg>
        <pc:spChg chg="mod">
          <ac:chgData name="Giuseppe Carteny" userId="6f3ddda2-1c62-49af-8fb6-e5022e6e3d27" providerId="ADAL" clId="{92497209-617C-449F-B9AE-33673A1D7D5D}" dt="2025-09-15T08:38:28.137" v="770"/>
          <ac:spMkLst>
            <pc:docMk/>
            <pc:sldMk cId="2048997458" sldId="439"/>
            <ac:spMk id="609" creationId="{00000000-0000-0000-0000-000000000000}"/>
          </ac:spMkLst>
        </pc:spChg>
        <pc:picChg chg="add mod">
          <ac:chgData name="Giuseppe Carteny" userId="6f3ddda2-1c62-49af-8fb6-e5022e6e3d27" providerId="ADAL" clId="{92497209-617C-449F-B9AE-33673A1D7D5D}" dt="2025-09-14T22:10:21.155" v="344" actId="167"/>
          <ac:picMkLst>
            <pc:docMk/>
            <pc:sldMk cId="2048997458" sldId="439"/>
            <ac:picMk id="32" creationId="{7DB96C5D-71A2-4BAB-AA7B-49AC322BFEDE}"/>
          </ac:picMkLst>
        </pc:picChg>
        <pc:cxnChg chg="mod">
          <ac:chgData name="Giuseppe Carteny" userId="6f3ddda2-1c62-49af-8fb6-e5022e6e3d27" providerId="ADAL" clId="{92497209-617C-449F-B9AE-33673A1D7D5D}" dt="2025-09-15T08:46:58.793" v="830" actId="478"/>
          <ac:cxnSpMkLst>
            <pc:docMk/>
            <pc:sldMk cId="2048997458" sldId="439"/>
            <ac:cxnSpMk id="70" creationId="{1A4779EF-5E4D-4F2D-96C4-CB3A6207EEF3}"/>
          </ac:cxnSpMkLst>
        </pc:cxnChg>
        <pc:cxnChg chg="mod">
          <ac:chgData name="Giuseppe Carteny" userId="6f3ddda2-1c62-49af-8fb6-e5022e6e3d27" providerId="ADAL" clId="{92497209-617C-449F-B9AE-33673A1D7D5D}" dt="2025-09-15T08:46:42.727" v="827" actId="478"/>
          <ac:cxnSpMkLst>
            <pc:docMk/>
            <pc:sldMk cId="2048997458" sldId="439"/>
            <ac:cxnSpMk id="72" creationId="{8B8B4D56-4063-44B7-944D-FD59D19241A3}"/>
          </ac:cxnSpMkLst>
        </pc:cxnChg>
        <pc:cxnChg chg="mod">
          <ac:chgData name="Giuseppe Carteny" userId="6f3ddda2-1c62-49af-8fb6-e5022e6e3d27" providerId="ADAL" clId="{92497209-617C-449F-B9AE-33673A1D7D5D}" dt="2025-09-15T08:46:21.176" v="823" actId="478"/>
          <ac:cxnSpMkLst>
            <pc:docMk/>
            <pc:sldMk cId="2048997458" sldId="439"/>
            <ac:cxnSpMk id="80" creationId="{29D67D22-8BF5-41D1-8B1F-E5AB6C297A41}"/>
          </ac:cxnSpMkLst>
        </pc:cxnChg>
      </pc:sldChg>
      <pc:sldChg chg="addSp delSp modSp add mod modClrScheme chgLayout">
        <pc:chgData name="Giuseppe Carteny" userId="6f3ddda2-1c62-49af-8fb6-e5022e6e3d27" providerId="ADAL" clId="{92497209-617C-449F-B9AE-33673A1D7D5D}" dt="2025-09-14T22:12:57.219" v="362" actId="478"/>
        <pc:sldMkLst>
          <pc:docMk/>
          <pc:sldMk cId="2414820997" sldId="440"/>
        </pc:sldMkLst>
        <pc:spChg chg="add del mod ord">
          <ac:chgData name="Giuseppe Carteny" userId="6f3ddda2-1c62-49af-8fb6-e5022e6e3d27" providerId="ADAL" clId="{92497209-617C-449F-B9AE-33673A1D7D5D}" dt="2025-09-14T22:02:05.740" v="294" actId="478"/>
          <ac:spMkLst>
            <pc:docMk/>
            <pc:sldMk cId="2414820997" sldId="440"/>
            <ac:spMk id="2" creationId="{C7906407-3B08-4B03-AD70-3F3972C29861}"/>
          </ac:spMkLst>
        </pc:spChg>
        <pc:spChg chg="del">
          <ac:chgData name="Giuseppe Carteny" userId="6f3ddda2-1c62-49af-8fb6-e5022e6e3d27" providerId="ADAL" clId="{92497209-617C-449F-B9AE-33673A1D7D5D}" dt="2025-09-14T22:01:52.678" v="291" actId="700"/>
          <ac:spMkLst>
            <pc:docMk/>
            <pc:sldMk cId="2414820997" sldId="440"/>
            <ac:spMk id="3" creationId="{A294E90B-E8A8-4B0B-BF26-6F465754D1B0}"/>
          </ac:spMkLst>
        </pc:spChg>
        <pc:spChg chg="mod ord">
          <ac:chgData name="Giuseppe Carteny" userId="6f3ddda2-1c62-49af-8fb6-e5022e6e3d27" providerId="ADAL" clId="{92497209-617C-449F-B9AE-33673A1D7D5D}" dt="2025-09-14T22:01:52.678" v="291" actId="700"/>
          <ac:spMkLst>
            <pc:docMk/>
            <pc:sldMk cId="2414820997" sldId="440"/>
            <ac:spMk id="4" creationId="{71DA2BE6-4ED9-47C8-8DE3-7DD3278BB695}"/>
          </ac:spMkLst>
        </pc:spChg>
        <pc:spChg chg="del mod ord">
          <ac:chgData name="Giuseppe Carteny" userId="6f3ddda2-1c62-49af-8fb6-e5022e6e3d27" providerId="ADAL" clId="{92497209-617C-449F-B9AE-33673A1D7D5D}" dt="2025-09-14T22:12:57.219" v="362" actId="478"/>
          <ac:spMkLst>
            <pc:docMk/>
            <pc:sldMk cId="2414820997" sldId="440"/>
            <ac:spMk id="5" creationId="{2F224EA0-8840-400D-AF6B-D4206692D3BD}"/>
          </ac:spMkLst>
        </pc:spChg>
        <pc:spChg chg="add mod ord">
          <ac:chgData name="Giuseppe Carteny" userId="6f3ddda2-1c62-49af-8fb6-e5022e6e3d27" providerId="ADAL" clId="{92497209-617C-449F-B9AE-33673A1D7D5D}" dt="2025-09-14T22:01:52.678" v="291" actId="700"/>
          <ac:spMkLst>
            <pc:docMk/>
            <pc:sldMk cId="2414820997" sldId="440"/>
            <ac:spMk id="7" creationId="{2DCBBFF7-2EDB-4DA0-BF5E-08BF2B057EE7}"/>
          </ac:spMkLst>
        </pc:spChg>
        <pc:spChg chg="del">
          <ac:chgData name="Giuseppe Carteny" userId="6f3ddda2-1c62-49af-8fb6-e5022e6e3d27" providerId="ADAL" clId="{92497209-617C-449F-B9AE-33673A1D7D5D}" dt="2025-09-14T22:02:05.740" v="294" actId="478"/>
          <ac:spMkLst>
            <pc:docMk/>
            <pc:sldMk cId="2414820997" sldId="440"/>
            <ac:spMk id="11" creationId="{DE99BE31-D648-461F-BC6D-47A69FC01708}"/>
          </ac:spMkLst>
        </pc:spChg>
        <pc:spChg chg="add mod">
          <ac:chgData name="Giuseppe Carteny" userId="6f3ddda2-1c62-49af-8fb6-e5022e6e3d27" providerId="ADAL" clId="{92497209-617C-449F-B9AE-33673A1D7D5D}" dt="2025-09-14T22:02:06.174" v="295"/>
          <ac:spMkLst>
            <pc:docMk/>
            <pc:sldMk cId="2414820997" sldId="440"/>
            <ac:spMk id="35" creationId="{D28985F3-5E79-42AB-9E93-F134ED5CC429}"/>
          </ac:spMkLst>
        </pc:spChg>
      </pc:sldChg>
      <pc:sldChg chg="addSp delSp modSp add mod modClrScheme delAnim chgLayout">
        <pc:chgData name="Giuseppe Carteny" userId="6f3ddda2-1c62-49af-8fb6-e5022e6e3d27" providerId="ADAL" clId="{92497209-617C-449F-B9AE-33673A1D7D5D}" dt="2025-09-15T08:34:34.046" v="389" actId="478"/>
        <pc:sldMkLst>
          <pc:docMk/>
          <pc:sldMk cId="3476649190" sldId="442"/>
        </pc:sldMkLst>
        <pc:spChg chg="add del mod ord">
          <ac:chgData name="Giuseppe Carteny" userId="6f3ddda2-1c62-49af-8fb6-e5022e6e3d27" providerId="ADAL" clId="{92497209-617C-449F-B9AE-33673A1D7D5D}" dt="2025-09-14T22:01:23.532" v="286" actId="478"/>
          <ac:spMkLst>
            <pc:docMk/>
            <pc:sldMk cId="3476649190" sldId="442"/>
            <ac:spMk id="2" creationId="{DCE4DDBD-A78A-481A-9047-F59F67265020}"/>
          </ac:spMkLst>
        </pc:spChg>
        <pc:spChg chg="del">
          <ac:chgData name="Giuseppe Carteny" userId="6f3ddda2-1c62-49af-8fb6-e5022e6e3d27" providerId="ADAL" clId="{92497209-617C-449F-B9AE-33673A1D7D5D}" dt="2025-09-14T22:00:42.200" v="278" actId="700"/>
          <ac:spMkLst>
            <pc:docMk/>
            <pc:sldMk cId="3476649190" sldId="442"/>
            <ac:spMk id="3" creationId="{A294E90B-E8A8-4B0B-BF26-6F465754D1B0}"/>
          </ac:spMkLst>
        </pc:spChg>
        <pc:spChg chg="mod ord">
          <ac:chgData name="Giuseppe Carteny" userId="6f3ddda2-1c62-49af-8fb6-e5022e6e3d27" providerId="ADAL" clId="{92497209-617C-449F-B9AE-33673A1D7D5D}" dt="2025-09-14T22:00:42.200" v="278" actId="700"/>
          <ac:spMkLst>
            <pc:docMk/>
            <pc:sldMk cId="3476649190" sldId="442"/>
            <ac:spMk id="4" creationId="{71DA2BE6-4ED9-47C8-8DE3-7DD3278BB695}"/>
          </ac:spMkLst>
        </pc:spChg>
        <pc:spChg chg="del mod ord">
          <ac:chgData name="Giuseppe Carteny" userId="6f3ddda2-1c62-49af-8fb6-e5022e6e3d27" providerId="ADAL" clId="{92497209-617C-449F-B9AE-33673A1D7D5D}" dt="2025-09-14T22:13:03.605" v="364" actId="478"/>
          <ac:spMkLst>
            <pc:docMk/>
            <pc:sldMk cId="3476649190" sldId="442"/>
            <ac:spMk id="5" creationId="{2F224EA0-8840-400D-AF6B-D4206692D3BD}"/>
          </ac:spMkLst>
        </pc:spChg>
        <pc:spChg chg="add del mod ord">
          <ac:chgData name="Giuseppe Carteny" userId="6f3ddda2-1c62-49af-8fb6-e5022e6e3d27" providerId="ADAL" clId="{92497209-617C-449F-B9AE-33673A1D7D5D}" dt="2025-09-14T22:00:44.792" v="279" actId="478"/>
          <ac:spMkLst>
            <pc:docMk/>
            <pc:sldMk cId="3476649190" sldId="442"/>
            <ac:spMk id="7" creationId="{213CF37D-A8C2-4186-9D6A-295CB73F9B92}"/>
          </ac:spMkLst>
        </pc:spChg>
        <pc:spChg chg="add mod">
          <ac:chgData name="Giuseppe Carteny" userId="6f3ddda2-1c62-49af-8fb6-e5022e6e3d27" providerId="ADAL" clId="{92497209-617C-449F-B9AE-33673A1D7D5D}" dt="2025-09-14T22:01:28.640" v="289"/>
          <ac:spMkLst>
            <pc:docMk/>
            <pc:sldMk cId="3476649190" sldId="442"/>
            <ac:spMk id="10" creationId="{A6468D3C-E901-4318-BC52-E2C81A890199}"/>
          </ac:spMkLst>
        </pc:spChg>
        <pc:spChg chg="del mod">
          <ac:chgData name="Giuseppe Carteny" userId="6f3ddda2-1c62-49af-8fb6-e5022e6e3d27" providerId="ADAL" clId="{92497209-617C-449F-B9AE-33673A1D7D5D}" dt="2025-09-14T22:01:25.058" v="288" actId="478"/>
          <ac:spMkLst>
            <pc:docMk/>
            <pc:sldMk cId="3476649190" sldId="442"/>
            <ac:spMk id="11" creationId="{DE99BE31-D648-461F-BC6D-47A69FC01708}"/>
          </ac:spMkLst>
        </pc:spChg>
        <pc:picChg chg="mod">
          <ac:chgData name="Giuseppe Carteny" userId="6f3ddda2-1c62-49af-8fb6-e5022e6e3d27" providerId="ADAL" clId="{92497209-617C-449F-B9AE-33673A1D7D5D}" dt="2025-09-14T22:00:52.865" v="281" actId="1076"/>
          <ac:picMkLst>
            <pc:docMk/>
            <pc:sldMk cId="3476649190" sldId="442"/>
            <ac:picMk id="6" creationId="{9CB4B793-A2E7-454B-ABD0-4F35BA600375}"/>
          </ac:picMkLst>
        </pc:picChg>
        <pc:picChg chg="del mod">
          <ac:chgData name="Giuseppe Carteny" userId="6f3ddda2-1c62-49af-8fb6-e5022e6e3d27" providerId="ADAL" clId="{92497209-617C-449F-B9AE-33673A1D7D5D}" dt="2025-09-15T08:34:34.046" v="389" actId="478"/>
          <ac:picMkLst>
            <pc:docMk/>
            <pc:sldMk cId="3476649190" sldId="442"/>
            <ac:picMk id="9" creationId="{B4DC8F73-5F49-46CF-89C4-0EBD0F2EF23C}"/>
          </ac:picMkLst>
        </pc:picChg>
      </pc:sldChg>
      <pc:sldChg chg="addSp delSp modSp add mod modClrScheme chgLayout">
        <pc:chgData name="Giuseppe Carteny" userId="6f3ddda2-1c62-49af-8fb6-e5022e6e3d27" providerId="ADAL" clId="{92497209-617C-449F-B9AE-33673A1D7D5D}" dt="2025-09-14T22:13:00.335" v="363" actId="478"/>
        <pc:sldMkLst>
          <pc:docMk/>
          <pc:sldMk cId="2152893326" sldId="443"/>
        </pc:sldMkLst>
        <pc:spChg chg="add del mod ord">
          <ac:chgData name="Giuseppe Carteny" userId="6f3ddda2-1c62-49af-8fb6-e5022e6e3d27" providerId="ADAL" clId="{92497209-617C-449F-B9AE-33673A1D7D5D}" dt="2025-09-14T22:01:57.666" v="292" actId="478"/>
          <ac:spMkLst>
            <pc:docMk/>
            <pc:sldMk cId="2152893326" sldId="443"/>
            <ac:spMk id="2" creationId="{BFC944CC-8DF0-4648-9B6B-B6B0E01D1262}"/>
          </ac:spMkLst>
        </pc:spChg>
        <pc:spChg chg="del">
          <ac:chgData name="Giuseppe Carteny" userId="6f3ddda2-1c62-49af-8fb6-e5022e6e3d27" providerId="ADAL" clId="{92497209-617C-449F-B9AE-33673A1D7D5D}" dt="2025-09-14T22:01:52.678" v="291" actId="700"/>
          <ac:spMkLst>
            <pc:docMk/>
            <pc:sldMk cId="2152893326" sldId="443"/>
            <ac:spMk id="3" creationId="{A294E90B-E8A8-4B0B-BF26-6F465754D1B0}"/>
          </ac:spMkLst>
        </pc:spChg>
        <pc:spChg chg="mod ord">
          <ac:chgData name="Giuseppe Carteny" userId="6f3ddda2-1c62-49af-8fb6-e5022e6e3d27" providerId="ADAL" clId="{92497209-617C-449F-B9AE-33673A1D7D5D}" dt="2025-09-14T22:01:52.678" v="291" actId="700"/>
          <ac:spMkLst>
            <pc:docMk/>
            <pc:sldMk cId="2152893326" sldId="443"/>
            <ac:spMk id="4" creationId="{71DA2BE6-4ED9-47C8-8DE3-7DD3278BB695}"/>
          </ac:spMkLst>
        </pc:spChg>
        <pc:spChg chg="del mod ord">
          <ac:chgData name="Giuseppe Carteny" userId="6f3ddda2-1c62-49af-8fb6-e5022e6e3d27" providerId="ADAL" clId="{92497209-617C-449F-B9AE-33673A1D7D5D}" dt="2025-09-14T22:13:00.335" v="363" actId="478"/>
          <ac:spMkLst>
            <pc:docMk/>
            <pc:sldMk cId="2152893326" sldId="443"/>
            <ac:spMk id="5" creationId="{2F224EA0-8840-400D-AF6B-D4206692D3BD}"/>
          </ac:spMkLst>
        </pc:spChg>
        <pc:spChg chg="add mod ord">
          <ac:chgData name="Giuseppe Carteny" userId="6f3ddda2-1c62-49af-8fb6-e5022e6e3d27" providerId="ADAL" clId="{92497209-617C-449F-B9AE-33673A1D7D5D}" dt="2025-09-14T22:01:52.678" v="291" actId="700"/>
          <ac:spMkLst>
            <pc:docMk/>
            <pc:sldMk cId="2152893326" sldId="443"/>
            <ac:spMk id="7" creationId="{063E4663-1837-4A74-8CA8-D9AB8F3F14F6}"/>
          </ac:spMkLst>
        </pc:spChg>
        <pc:spChg chg="del">
          <ac:chgData name="Giuseppe Carteny" userId="6f3ddda2-1c62-49af-8fb6-e5022e6e3d27" providerId="ADAL" clId="{92497209-617C-449F-B9AE-33673A1D7D5D}" dt="2025-09-14T22:01:57.666" v="292" actId="478"/>
          <ac:spMkLst>
            <pc:docMk/>
            <pc:sldMk cId="2152893326" sldId="443"/>
            <ac:spMk id="11" creationId="{DE99BE31-D648-461F-BC6D-47A69FC01708}"/>
          </ac:spMkLst>
        </pc:spChg>
        <pc:spChg chg="add mod">
          <ac:chgData name="Giuseppe Carteny" userId="6f3ddda2-1c62-49af-8fb6-e5022e6e3d27" providerId="ADAL" clId="{92497209-617C-449F-B9AE-33673A1D7D5D}" dt="2025-09-14T22:02:02.241" v="293"/>
          <ac:spMkLst>
            <pc:docMk/>
            <pc:sldMk cId="2152893326" sldId="443"/>
            <ac:spMk id="14" creationId="{63E606C3-0DEC-4EC2-9F89-92F0B35252A2}"/>
          </ac:spMkLst>
        </pc:spChg>
      </pc:sldChg>
      <pc:sldChg chg="addSp delSp modSp add mod modClrScheme chgLayout">
        <pc:chgData name="Giuseppe Carteny" userId="6f3ddda2-1c62-49af-8fb6-e5022e6e3d27" providerId="ADAL" clId="{92497209-617C-449F-B9AE-33673A1D7D5D}" dt="2025-09-14T22:12:54.368" v="361" actId="478"/>
        <pc:sldMkLst>
          <pc:docMk/>
          <pc:sldMk cId="651805733" sldId="444"/>
        </pc:sldMkLst>
        <pc:spChg chg="add del mod ord">
          <ac:chgData name="Giuseppe Carteny" userId="6f3ddda2-1c62-49af-8fb6-e5022e6e3d27" providerId="ADAL" clId="{92497209-617C-449F-B9AE-33673A1D7D5D}" dt="2025-09-14T22:02:09.579" v="296" actId="478"/>
          <ac:spMkLst>
            <pc:docMk/>
            <pc:sldMk cId="651805733" sldId="444"/>
            <ac:spMk id="2" creationId="{071C033D-49C1-4603-A817-589696B3019D}"/>
          </ac:spMkLst>
        </pc:spChg>
        <pc:spChg chg="del">
          <ac:chgData name="Giuseppe Carteny" userId="6f3ddda2-1c62-49af-8fb6-e5022e6e3d27" providerId="ADAL" clId="{92497209-617C-449F-B9AE-33673A1D7D5D}" dt="2025-09-14T22:01:52.678" v="291" actId="700"/>
          <ac:spMkLst>
            <pc:docMk/>
            <pc:sldMk cId="651805733" sldId="444"/>
            <ac:spMk id="3" creationId="{A294E90B-E8A8-4B0B-BF26-6F465754D1B0}"/>
          </ac:spMkLst>
        </pc:spChg>
        <pc:spChg chg="mod ord">
          <ac:chgData name="Giuseppe Carteny" userId="6f3ddda2-1c62-49af-8fb6-e5022e6e3d27" providerId="ADAL" clId="{92497209-617C-449F-B9AE-33673A1D7D5D}" dt="2025-09-14T22:01:52.678" v="291" actId="700"/>
          <ac:spMkLst>
            <pc:docMk/>
            <pc:sldMk cId="651805733" sldId="444"/>
            <ac:spMk id="4" creationId="{71DA2BE6-4ED9-47C8-8DE3-7DD3278BB695}"/>
          </ac:spMkLst>
        </pc:spChg>
        <pc:spChg chg="del mod ord">
          <ac:chgData name="Giuseppe Carteny" userId="6f3ddda2-1c62-49af-8fb6-e5022e6e3d27" providerId="ADAL" clId="{92497209-617C-449F-B9AE-33673A1D7D5D}" dt="2025-09-14T22:12:54.368" v="361" actId="478"/>
          <ac:spMkLst>
            <pc:docMk/>
            <pc:sldMk cId="651805733" sldId="444"/>
            <ac:spMk id="5" creationId="{2F224EA0-8840-400D-AF6B-D4206692D3BD}"/>
          </ac:spMkLst>
        </pc:spChg>
        <pc:spChg chg="add del mod ord">
          <ac:chgData name="Giuseppe Carteny" userId="6f3ddda2-1c62-49af-8fb6-e5022e6e3d27" providerId="ADAL" clId="{92497209-617C-449F-B9AE-33673A1D7D5D}" dt="2025-09-14T22:12:00.414" v="354" actId="478"/>
          <ac:spMkLst>
            <pc:docMk/>
            <pc:sldMk cId="651805733" sldId="444"/>
            <ac:spMk id="6" creationId="{8CBAA5D6-EEB7-496C-B68E-3AF4CF177C40}"/>
          </ac:spMkLst>
        </pc:spChg>
        <pc:spChg chg="add mod">
          <ac:chgData name="Giuseppe Carteny" userId="6f3ddda2-1c62-49af-8fb6-e5022e6e3d27" providerId="ADAL" clId="{92497209-617C-449F-B9AE-33673A1D7D5D}" dt="2025-09-14T22:02:09.806" v="297"/>
          <ac:spMkLst>
            <pc:docMk/>
            <pc:sldMk cId="651805733" sldId="444"/>
            <ac:spMk id="9" creationId="{8BBD7AB0-4961-42D0-971E-A37D89A3D435}"/>
          </ac:spMkLst>
        </pc:spChg>
        <pc:spChg chg="del">
          <ac:chgData name="Giuseppe Carteny" userId="6f3ddda2-1c62-49af-8fb6-e5022e6e3d27" providerId="ADAL" clId="{92497209-617C-449F-B9AE-33673A1D7D5D}" dt="2025-09-14T22:02:09.579" v="296" actId="478"/>
          <ac:spMkLst>
            <pc:docMk/>
            <pc:sldMk cId="651805733" sldId="444"/>
            <ac:spMk id="11" creationId="{DE99BE31-D648-461F-BC6D-47A69FC01708}"/>
          </ac:spMkLst>
        </pc:spChg>
        <pc:graphicFrameChg chg="mod modGraphic">
          <ac:chgData name="Giuseppe Carteny" userId="6f3ddda2-1c62-49af-8fb6-e5022e6e3d27" providerId="ADAL" clId="{92497209-617C-449F-B9AE-33673A1D7D5D}" dt="2025-09-14T22:12:15.205" v="358" actId="404"/>
          <ac:graphicFrameMkLst>
            <pc:docMk/>
            <pc:sldMk cId="651805733" sldId="444"/>
            <ac:graphicFrameMk id="7" creationId="{2B7457ED-D180-437E-AFA3-3F839B964B85}"/>
          </ac:graphicFrameMkLst>
        </pc:graphicFrameChg>
      </pc:sldChg>
      <pc:sldChg chg="modSp add mod">
        <pc:chgData name="Giuseppe Carteny" userId="6f3ddda2-1c62-49af-8fb6-e5022e6e3d27" providerId="ADAL" clId="{92497209-617C-449F-B9AE-33673A1D7D5D}" dt="2025-09-15T08:48:31.230" v="856" actId="3626"/>
        <pc:sldMkLst>
          <pc:docMk/>
          <pc:sldMk cId="2369766739" sldId="445"/>
        </pc:sldMkLst>
        <pc:spChg chg="mod">
          <ac:chgData name="Giuseppe Carteny" userId="6f3ddda2-1c62-49af-8fb6-e5022e6e3d27" providerId="ADAL" clId="{92497209-617C-449F-B9AE-33673A1D7D5D}" dt="2025-09-15T08:48:31.230" v="856" actId="3626"/>
          <ac:spMkLst>
            <pc:docMk/>
            <pc:sldMk cId="2369766739" sldId="445"/>
            <ac:spMk id="551" creationId="{00000000-0000-0000-0000-000000000000}"/>
          </ac:spMkLst>
        </pc:spChg>
      </pc:sldChg>
      <pc:sldChg chg="modSp add mod">
        <pc:chgData name="Giuseppe Carteny" userId="6f3ddda2-1c62-49af-8fb6-e5022e6e3d27" providerId="ADAL" clId="{92497209-617C-449F-B9AE-33673A1D7D5D}" dt="2025-09-15T12:29:29.443" v="934" actId="14100"/>
        <pc:sldMkLst>
          <pc:docMk/>
          <pc:sldMk cId="4020566251" sldId="446"/>
        </pc:sldMkLst>
        <pc:spChg chg="mod">
          <ac:chgData name="Giuseppe Carteny" userId="6f3ddda2-1c62-49af-8fb6-e5022e6e3d27" providerId="ADAL" clId="{92497209-617C-449F-B9AE-33673A1D7D5D}" dt="2025-09-15T12:29:29.443" v="934" actId="14100"/>
          <ac:spMkLst>
            <pc:docMk/>
            <pc:sldMk cId="4020566251" sldId="446"/>
            <ac:spMk id="29" creationId="{1F2F0EED-2F88-44AD-A239-09EDC7009EA5}"/>
          </ac:spMkLst>
        </pc:spChg>
      </pc:sldChg>
      <pc:sldMasterChg chg="addSldLayout delSldLayout">
        <pc:chgData name="Giuseppe Carteny" userId="6f3ddda2-1c62-49af-8fb6-e5022e6e3d27" providerId="ADAL" clId="{92497209-617C-449F-B9AE-33673A1D7D5D}" dt="2025-09-15T08:34:13.889" v="388" actId="47"/>
        <pc:sldMasterMkLst>
          <pc:docMk/>
          <pc:sldMasterMk cId="0" sldId="2147483648"/>
        </pc:sldMasterMkLst>
        <pc:sldLayoutChg chg="add del">
          <pc:chgData name="Giuseppe Carteny" userId="6f3ddda2-1c62-49af-8fb6-e5022e6e3d27" providerId="ADAL" clId="{92497209-617C-449F-B9AE-33673A1D7D5D}" dt="2025-09-15T08:34:13.889" v="388" actId="47"/>
          <pc:sldLayoutMkLst>
            <pc:docMk/>
            <pc:sldMasterMk cId="0" sldId="2147483648"/>
            <pc:sldLayoutMk cId="0" sldId="2147483654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27bb8ba2d6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0" name="Google Shape;320;g327bb8ba2d6_0_1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Quattrocento Sans"/>
              </a:rPr>
              <a:t>QTA methods can be classified in several ways </a:t>
            </a:r>
          </a:p>
          <a:p>
            <a:pPr marL="0" lvl="0" indent="0" algn="just" rtl="0">
              <a:spcBef>
                <a:spcPts val="600"/>
              </a:spcBef>
              <a:spcAft>
                <a:spcPts val="0"/>
              </a:spcAft>
              <a:buNone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1" name="Google Shape;321;g327bb8ba2d6_0_1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01745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55bcd029af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355bcd029af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69577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55bcd029af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355bcd029af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50197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27bb8ba2d6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0" name="Google Shape;320;g327bb8ba2d6_0_1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GB" sz="12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e.g. 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lang="en-GB" sz="12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atent 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GB" sz="12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irichlet 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GB" sz="12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llocation</a:t>
            </a:r>
            <a:endParaRPr lang="en-GB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Bayesian generative hierarchical model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 introduced as a way to simultaneously model traits and genes (Pritchard,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2000)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Adjusted for text analysis ML applications (</a:t>
            </a:r>
            <a:r>
              <a:rPr lang="en-GB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Blei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et al., 2003)</a:t>
            </a:r>
          </a:p>
        </p:txBody>
      </p:sp>
      <p:sp>
        <p:nvSpPr>
          <p:cNvPr id="321" name="Google Shape;321;g327bb8ba2d6_0_1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76324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27bb8ba2d6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0" name="Google Shape;320;g327bb8ba2d6_0_1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GB" sz="12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e.g. 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lang="en-GB" sz="12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atent 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GB" sz="12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irichlet 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GB" sz="12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llocation</a:t>
            </a:r>
            <a:endParaRPr lang="en-GB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Bayesian generative hierarchical model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 introduced as a way to simultaneously model traits and genes (Pritchard,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2000)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Adjusted for text analysis ML applications (</a:t>
            </a:r>
            <a:r>
              <a:rPr lang="en-GB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Blei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et al., 2003)</a:t>
            </a:r>
          </a:p>
        </p:txBody>
      </p:sp>
      <p:sp>
        <p:nvSpPr>
          <p:cNvPr id="321" name="Google Shape;321;g327bb8ba2d6_0_1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078404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27bb8ba2d6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0" name="Google Shape;320;g327bb8ba2d6_0_1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GB" sz="12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e.g. 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lang="en-GB" sz="12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atent 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GB" sz="12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irichlet 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GB" sz="12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llocation</a:t>
            </a:r>
            <a:endParaRPr lang="en-GB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Bayesian generative hierarchical model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 introduced as a way to simultaneously model traits and genes (Pritchard,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2000)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Adjusted for text analysis ML applications (</a:t>
            </a:r>
            <a:r>
              <a:rPr lang="en-GB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Blei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et al., 2003)</a:t>
            </a:r>
          </a:p>
        </p:txBody>
      </p:sp>
      <p:sp>
        <p:nvSpPr>
          <p:cNvPr id="321" name="Google Shape;321;g327bb8ba2d6_0_1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402595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55bcd029af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355bcd029af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03061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just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Quattrocento Sans"/>
              </a:rPr>
              <a:t>Observe semantic variation of words between contexts different</a:t>
            </a:r>
          </a:p>
          <a:p>
            <a:pPr marL="0" lvl="0" indent="0" algn="just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Quattrocento Sans"/>
              </a:rPr>
              <a:t>Reducing the complexity of the data to extract knowledge from the information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47557D-764B-4DB0-9AFB-0D192DFE0DAA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42106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just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Quattrocento Sans"/>
              </a:rPr>
              <a:t>Observe semantic variation of words between contexts different</a:t>
            </a:r>
          </a:p>
          <a:p>
            <a:pPr marL="0" lvl="0" indent="0" algn="just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Quattrocento Sans"/>
              </a:rPr>
              <a:t>Reducing the complexity of the data to extract knowledge from the information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47557D-764B-4DB0-9AFB-0D192DFE0DAA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89037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just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Quattrocento Sans"/>
              </a:rPr>
              <a:t>Observe semantic variation of words between contexts different</a:t>
            </a:r>
          </a:p>
          <a:p>
            <a:pPr marL="0" lvl="0" indent="0" algn="just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Quattrocento Sans"/>
              </a:rPr>
              <a:t>Reducing the complexity of the data to extract knowledge from the information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47557D-764B-4DB0-9AFB-0D192DFE0DAA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03520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just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Quattrocento Sans"/>
              </a:rPr>
              <a:t>Observe semantic variation of words between contexts different</a:t>
            </a:r>
          </a:p>
          <a:p>
            <a:pPr marL="0" lvl="0" indent="0" algn="just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Quattrocento Sans"/>
              </a:rPr>
              <a:t>Reducing the complexity of the data to extract knowledge from the information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47557D-764B-4DB0-9AFB-0D192DFE0DAA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80871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just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Quattrocento Sans"/>
              </a:rPr>
              <a:t>Observe semantic variation of words between contexts different</a:t>
            </a:r>
          </a:p>
          <a:p>
            <a:pPr marL="0" lvl="0" indent="0" algn="just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Quattrocento Sans"/>
              </a:rPr>
              <a:t>Reducing the complexity of the data to extract knowledge from the information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47557D-764B-4DB0-9AFB-0D192DFE0DAA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72257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just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Quattrocento Sans"/>
              </a:rPr>
              <a:t>Observe semantic variation of words between contexts different</a:t>
            </a:r>
          </a:p>
          <a:p>
            <a:pPr marL="0" lvl="0" indent="0" algn="just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Quattrocento Sans"/>
              </a:rPr>
              <a:t>Reducing the complexity of the data to extract knowledge from the information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47557D-764B-4DB0-9AFB-0D192DFE0DAA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85474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just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Quattrocento Sans"/>
              </a:rPr>
              <a:t>Observe semantic variation of words between contexts different</a:t>
            </a:r>
          </a:p>
          <a:p>
            <a:pPr marL="0" lvl="0" indent="0" algn="just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Quattrocento Sans"/>
              </a:rPr>
              <a:t>Reducing the complexity of the data to extract knowledge from the information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47557D-764B-4DB0-9AFB-0D192DFE0DAA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7909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just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Quattrocento Sans"/>
              </a:rPr>
              <a:t>Observe semantic variation of words between contexts different</a:t>
            </a:r>
          </a:p>
          <a:p>
            <a:pPr marL="0" lvl="0" indent="0" algn="just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Quattrocento Sans"/>
              </a:rPr>
              <a:t>Reducing the complexity of the data to extract knowledge from the information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47557D-764B-4DB0-9AFB-0D192DFE0DAA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28763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47557D-764B-4DB0-9AFB-0D192DFE0DAA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60471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47557D-764B-4DB0-9AFB-0D192DFE0DAA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55365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5586c79fbe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35586c79fbe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76685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55bcd029a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355bcd029a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titel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7"/>
          <p:cNvSpPr/>
          <p:nvPr/>
        </p:nvSpPr>
        <p:spPr>
          <a:xfrm rot="5400000">
            <a:off x="2978871" y="1770904"/>
            <a:ext cx="6858000" cy="3316200"/>
          </a:xfrm>
          <a:prstGeom prst="rtTriangle">
            <a:avLst/>
          </a:prstGeom>
          <a:solidFill>
            <a:srgbClr val="8B0404"/>
          </a:solidFill>
          <a:ln w="9525" cap="flat" cmpd="sng">
            <a:solidFill>
              <a:srgbClr val="8B040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77"/>
          <p:cNvSpPr/>
          <p:nvPr/>
        </p:nvSpPr>
        <p:spPr>
          <a:xfrm>
            <a:off x="-25400" y="0"/>
            <a:ext cx="4775199" cy="6858000"/>
          </a:xfrm>
          <a:prstGeom prst="rect">
            <a:avLst/>
          </a:prstGeom>
          <a:solidFill>
            <a:srgbClr val="8B0404"/>
          </a:solidFill>
          <a:ln w="9525" cap="flat" cmpd="sng">
            <a:solidFill>
              <a:srgbClr val="8B040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77"/>
          <p:cNvSpPr txBox="1">
            <a:spLocks noGrp="1"/>
          </p:cNvSpPr>
          <p:nvPr>
            <p:ph type="ctrTitle"/>
          </p:nvPr>
        </p:nvSpPr>
        <p:spPr>
          <a:xfrm>
            <a:off x="176048" y="677863"/>
            <a:ext cx="6339052" cy="2133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eo"/>
              <a:buNone/>
              <a:defRPr sz="6000">
                <a:solidFill>
                  <a:schemeClr val="lt1"/>
                </a:solidFill>
                <a:latin typeface="Aleo"/>
                <a:ea typeface="Aleo"/>
                <a:cs typeface="Aleo"/>
                <a:sym typeface="Ale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77"/>
          <p:cNvSpPr txBox="1">
            <a:spLocks noGrp="1"/>
          </p:cNvSpPr>
          <p:nvPr>
            <p:ph type="subTitle" idx="1"/>
          </p:nvPr>
        </p:nvSpPr>
        <p:spPr>
          <a:xfrm>
            <a:off x="6985000" y="2811462"/>
            <a:ext cx="4291362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leo"/>
                <a:ea typeface="Aleo"/>
                <a:cs typeface="Aleo"/>
                <a:sym typeface="Aleo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6" name="Google Shape;16;p77" descr="Ein Bild, das Text enthält.&#10;&#10;Automatisch generierte Beschreibu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59823" y="255176"/>
            <a:ext cx="3656129" cy="767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&amp;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8"/>
          <p:cNvSpPr/>
          <p:nvPr/>
        </p:nvSpPr>
        <p:spPr>
          <a:xfrm>
            <a:off x="0" y="-9939"/>
            <a:ext cx="12192000" cy="1617044"/>
          </a:xfrm>
          <a:prstGeom prst="rect">
            <a:avLst/>
          </a:prstGeom>
          <a:solidFill>
            <a:srgbClr val="8B0404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78"/>
          <p:cNvSpPr txBox="1">
            <a:spLocks noGrp="1"/>
          </p:cNvSpPr>
          <p:nvPr>
            <p:ph type="title"/>
          </p:nvPr>
        </p:nvSpPr>
        <p:spPr>
          <a:xfrm>
            <a:off x="482600" y="14574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leo"/>
              <a:buNone/>
              <a:defRPr b="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8"/>
          <p:cNvSpPr txBox="1">
            <a:spLocks noGrp="1"/>
          </p:cNvSpPr>
          <p:nvPr>
            <p:ph type="body" idx="1"/>
          </p:nvPr>
        </p:nvSpPr>
        <p:spPr>
          <a:xfrm>
            <a:off x="482600" y="1847849"/>
            <a:ext cx="10515600" cy="3680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406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C6739"/>
              </a:buClr>
              <a:buSzPts val="2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78"/>
          <p:cNvSpPr txBox="1">
            <a:spLocks noGrp="1"/>
          </p:cNvSpPr>
          <p:nvPr>
            <p:ph type="sldNum" idx="12"/>
          </p:nvPr>
        </p:nvSpPr>
        <p:spPr>
          <a:xfrm>
            <a:off x="5335401" y="6326256"/>
            <a:ext cx="113336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el">
  <p:cSld name="subtitel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9"/>
          <p:cNvSpPr/>
          <p:nvPr/>
        </p:nvSpPr>
        <p:spPr>
          <a:xfrm>
            <a:off x="0" y="0"/>
            <a:ext cx="12288520" cy="5902960"/>
          </a:xfrm>
          <a:prstGeom prst="rect">
            <a:avLst/>
          </a:prstGeom>
          <a:solidFill>
            <a:srgbClr val="8B040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79"/>
          <p:cNvSpPr txBox="1">
            <a:spLocks noGrp="1"/>
          </p:cNvSpPr>
          <p:nvPr>
            <p:ph type="ctrTitle"/>
          </p:nvPr>
        </p:nvSpPr>
        <p:spPr>
          <a:xfrm>
            <a:off x="1382110" y="478166"/>
            <a:ext cx="9427780" cy="2517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leo"/>
              <a:buNone/>
              <a:defRPr sz="7200" b="1">
                <a:solidFill>
                  <a:schemeClr val="lt1"/>
                </a:solidFill>
                <a:latin typeface="Aleo"/>
                <a:ea typeface="Aleo"/>
                <a:cs typeface="Aleo"/>
                <a:sym typeface="Ale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9"/>
          <p:cNvSpPr txBox="1">
            <a:spLocks noGrp="1"/>
          </p:cNvSpPr>
          <p:nvPr>
            <p:ph type="subTitle" idx="1"/>
          </p:nvPr>
        </p:nvSpPr>
        <p:spPr>
          <a:xfrm>
            <a:off x="3950319" y="3263407"/>
            <a:ext cx="4291362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>
                <a:solidFill>
                  <a:schemeClr val="lt1"/>
                </a:solidFill>
                <a:latin typeface="Aleo"/>
                <a:ea typeface="Aleo"/>
                <a:cs typeface="Aleo"/>
                <a:sym typeface="Aleo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">
  <p:cSld name="titel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0"/>
          <p:cNvSpPr/>
          <p:nvPr/>
        </p:nvSpPr>
        <p:spPr>
          <a:xfrm>
            <a:off x="0" y="-9939"/>
            <a:ext cx="12192000" cy="1617044"/>
          </a:xfrm>
          <a:prstGeom prst="rect">
            <a:avLst/>
          </a:prstGeom>
          <a:solidFill>
            <a:srgbClr val="8B0404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80"/>
          <p:cNvSpPr txBox="1">
            <a:spLocks noGrp="1"/>
          </p:cNvSpPr>
          <p:nvPr>
            <p:ph type="title"/>
          </p:nvPr>
        </p:nvSpPr>
        <p:spPr>
          <a:xfrm>
            <a:off x="482600" y="14574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leo"/>
              <a:buNone/>
              <a:defRPr b="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0"/>
          <p:cNvSpPr txBox="1">
            <a:spLocks noGrp="1"/>
          </p:cNvSpPr>
          <p:nvPr>
            <p:ph type="sldNum" idx="12"/>
          </p:nvPr>
        </p:nvSpPr>
        <p:spPr>
          <a:xfrm>
            <a:off x="5335401" y="6326256"/>
            <a:ext cx="113336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&amp; 2 content">
  <p:cSld name="titel &amp; 2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1"/>
          <p:cNvSpPr/>
          <p:nvPr/>
        </p:nvSpPr>
        <p:spPr>
          <a:xfrm>
            <a:off x="0" y="0"/>
            <a:ext cx="12192000" cy="1617044"/>
          </a:xfrm>
          <a:prstGeom prst="rect">
            <a:avLst/>
          </a:prstGeom>
          <a:solidFill>
            <a:srgbClr val="8B0404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81"/>
          <p:cNvSpPr txBox="1">
            <a:spLocks noGrp="1"/>
          </p:cNvSpPr>
          <p:nvPr>
            <p:ph type="title"/>
          </p:nvPr>
        </p:nvSpPr>
        <p:spPr>
          <a:xfrm>
            <a:off x="482600" y="14574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leo"/>
              <a:buNone/>
              <a:defRPr b="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81"/>
          <p:cNvSpPr txBox="1">
            <a:spLocks noGrp="1"/>
          </p:cNvSpPr>
          <p:nvPr>
            <p:ph type="body" idx="1"/>
          </p:nvPr>
        </p:nvSpPr>
        <p:spPr>
          <a:xfrm>
            <a:off x="482600" y="1847849"/>
            <a:ext cx="4676273" cy="3680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C6739"/>
              </a:buClr>
              <a:buSzPts val="2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81"/>
          <p:cNvSpPr txBox="1">
            <a:spLocks noGrp="1"/>
          </p:cNvSpPr>
          <p:nvPr>
            <p:ph type="sldNum" idx="12"/>
          </p:nvPr>
        </p:nvSpPr>
        <p:spPr>
          <a:xfrm>
            <a:off x="5335401" y="6326256"/>
            <a:ext cx="113336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" name="Google Shape;35;p81"/>
          <p:cNvSpPr txBox="1">
            <a:spLocks noGrp="1"/>
          </p:cNvSpPr>
          <p:nvPr>
            <p:ph type="body" idx="2"/>
          </p:nvPr>
        </p:nvSpPr>
        <p:spPr>
          <a:xfrm>
            <a:off x="6321927" y="1847849"/>
            <a:ext cx="4676273" cy="3680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C6739"/>
              </a:buClr>
              <a:buSzPts val="2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und Inhalt mit Fließtext 24pt">
  <p:cSld name="Titel und Inhalt mit Fließtext 24p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2"/>
          <p:cNvSpPr/>
          <p:nvPr/>
        </p:nvSpPr>
        <p:spPr>
          <a:xfrm flipH="1">
            <a:off x="-6350" y="6254750"/>
            <a:ext cx="12204700" cy="6032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" name="Google Shape;30;p32"/>
          <p:cNvCxnSpPr/>
          <p:nvPr/>
        </p:nvCxnSpPr>
        <p:spPr>
          <a:xfrm rot="5400000">
            <a:off x="1367632" y="6595269"/>
            <a:ext cx="522287" cy="3175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" name="Google Shape;31;p32"/>
          <p:cNvCxnSpPr/>
          <p:nvPr/>
        </p:nvCxnSpPr>
        <p:spPr>
          <a:xfrm rot="5400000">
            <a:off x="10541000" y="6596063"/>
            <a:ext cx="522287" cy="1588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32"/>
          <p:cNvSpPr/>
          <p:nvPr/>
        </p:nvSpPr>
        <p:spPr>
          <a:xfrm flipH="1">
            <a:off x="0" y="6261100"/>
            <a:ext cx="12203113" cy="539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2"/>
          <p:cNvSpPr/>
          <p:nvPr/>
        </p:nvSpPr>
        <p:spPr>
          <a:xfrm rot="10800000">
            <a:off x="0" y="0"/>
            <a:ext cx="9555163" cy="44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2"/>
          <p:cNvSpPr/>
          <p:nvPr/>
        </p:nvSpPr>
        <p:spPr>
          <a:xfrm rot="10800000">
            <a:off x="9551988" y="0"/>
            <a:ext cx="2640012" cy="222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" name="Google Shape;35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48963" y="388938"/>
            <a:ext cx="1108075" cy="484187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32"/>
          <p:cNvSpPr txBox="1">
            <a:spLocks noGrp="1"/>
          </p:cNvSpPr>
          <p:nvPr>
            <p:ph type="body" idx="1"/>
          </p:nvPr>
        </p:nvSpPr>
        <p:spPr>
          <a:xfrm>
            <a:off x="397933" y="349044"/>
            <a:ext cx="8866419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Merriweather Sans"/>
              <a:buNone/>
              <a:defRPr sz="3000" b="0" i="0" u="none" strike="noStrike" cap="non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28575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28575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28575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28575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" name="Google Shape;37;p32"/>
          <p:cNvSpPr txBox="1">
            <a:spLocks noGrp="1"/>
          </p:cNvSpPr>
          <p:nvPr>
            <p:ph type="body" idx="2"/>
          </p:nvPr>
        </p:nvSpPr>
        <p:spPr>
          <a:xfrm>
            <a:off x="1630030" y="1350048"/>
            <a:ext cx="9163384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" name="Google Shape;38;p32"/>
          <p:cNvSpPr txBox="1">
            <a:spLocks noGrp="1"/>
          </p:cNvSpPr>
          <p:nvPr>
            <p:ph type="ftr" idx="11"/>
          </p:nvPr>
        </p:nvSpPr>
        <p:spPr>
          <a:xfrm>
            <a:off x="1625600" y="6416675"/>
            <a:ext cx="89852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2"/>
          <p:cNvSpPr txBox="1">
            <a:spLocks noGrp="1"/>
          </p:cNvSpPr>
          <p:nvPr>
            <p:ph type="sldNum" idx="12"/>
          </p:nvPr>
        </p:nvSpPr>
        <p:spPr>
          <a:xfrm>
            <a:off x="10991850" y="6416675"/>
            <a:ext cx="12001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l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l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l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l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l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l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l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l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0" name="Google Shape;40;p32"/>
          <p:cNvSpPr txBox="1">
            <a:spLocks noGrp="1"/>
          </p:cNvSpPr>
          <p:nvPr>
            <p:ph type="dt" idx="10"/>
          </p:nvPr>
        </p:nvSpPr>
        <p:spPr>
          <a:xfrm>
            <a:off x="398463" y="6424613"/>
            <a:ext cx="1227137" cy="357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29475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eere Folie / Logo Eule / Streifen ob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18"/>
          <p:cNvSpPr>
            <a:spLocks noChangeArrowheads="1"/>
          </p:cNvSpPr>
          <p:nvPr userDrawn="1"/>
        </p:nvSpPr>
        <p:spPr bwMode="auto">
          <a:xfrm flipH="1">
            <a:off x="0" y="6261100"/>
            <a:ext cx="12192000" cy="5969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de-DE" altLang="de-DE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cxnSp>
        <p:nvCxnSpPr>
          <p:cNvPr id="4" name="Gerade Verbindung 14"/>
          <p:cNvCxnSpPr/>
          <p:nvPr userDrawn="1"/>
        </p:nvCxnSpPr>
        <p:spPr>
          <a:xfrm rot="5400000">
            <a:off x="1367632" y="6595269"/>
            <a:ext cx="522287" cy="3175"/>
          </a:xfrm>
          <a:prstGeom prst="line">
            <a:avLst/>
          </a:prstGeom>
          <a:ln w="63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Gerade Verbindung 15"/>
          <p:cNvCxnSpPr/>
          <p:nvPr userDrawn="1"/>
        </p:nvCxnSpPr>
        <p:spPr>
          <a:xfrm rot="5400000">
            <a:off x="10541000" y="6596063"/>
            <a:ext cx="522287" cy="1588"/>
          </a:xfrm>
          <a:prstGeom prst="line">
            <a:avLst/>
          </a:prstGeom>
          <a:ln w="63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hteck 18"/>
          <p:cNvSpPr>
            <a:spLocks noChangeArrowheads="1"/>
          </p:cNvSpPr>
          <p:nvPr userDrawn="1"/>
        </p:nvSpPr>
        <p:spPr bwMode="auto">
          <a:xfrm flipH="1">
            <a:off x="0" y="6261100"/>
            <a:ext cx="12203113" cy="539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de-DE" altLang="de-DE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chteck 18"/>
          <p:cNvSpPr>
            <a:spLocks noChangeArrowheads="1"/>
          </p:cNvSpPr>
          <p:nvPr userDrawn="1"/>
        </p:nvSpPr>
        <p:spPr bwMode="auto">
          <a:xfrm flipH="1" flipV="1">
            <a:off x="0" y="0"/>
            <a:ext cx="9555163" cy="44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de-DE" altLang="de-DE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hteck 18"/>
          <p:cNvSpPr>
            <a:spLocks noChangeArrowheads="1"/>
          </p:cNvSpPr>
          <p:nvPr userDrawn="1"/>
        </p:nvSpPr>
        <p:spPr bwMode="auto">
          <a:xfrm flipH="1" flipV="1">
            <a:off x="9551988" y="0"/>
            <a:ext cx="2640012" cy="222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de-DE" altLang="de-DE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pic>
        <p:nvPicPr>
          <p:cNvPr id="9" name="Bild 1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8963" y="388938"/>
            <a:ext cx="1108075" cy="48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platzhalter 26"/>
          <p:cNvSpPr>
            <a:spLocks noGrp="1"/>
          </p:cNvSpPr>
          <p:nvPr>
            <p:ph type="body" sz="quarter" idx="13"/>
          </p:nvPr>
        </p:nvSpPr>
        <p:spPr>
          <a:xfrm>
            <a:off x="397933" y="349044"/>
            <a:ext cx="8866419" cy="685800"/>
          </a:xfrm>
          <a:prstGeom prst="rect">
            <a:avLst/>
          </a:prstGeom>
        </p:spPr>
        <p:txBody>
          <a:bodyPr vert="horz"/>
          <a:lstStyle>
            <a:lvl1pPr marL="0" indent="0">
              <a:buFont typeface="Lucida Grande"/>
              <a:buNone/>
              <a:defRPr sz="30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900">
                <a:latin typeface="Verdana"/>
                <a:cs typeface="Verdana"/>
              </a:defRPr>
            </a:lvl2pPr>
            <a:lvl3pPr>
              <a:defRPr sz="900">
                <a:latin typeface="Verdana"/>
                <a:cs typeface="Verdana"/>
              </a:defRPr>
            </a:lvl3pPr>
            <a:lvl4pPr>
              <a:defRPr sz="900">
                <a:latin typeface="Verdana"/>
                <a:cs typeface="Verdana"/>
              </a:defRPr>
            </a:lvl4pPr>
            <a:lvl5pPr>
              <a:defRPr sz="900">
                <a:latin typeface="Verdana"/>
                <a:cs typeface="Verdana"/>
              </a:defRPr>
            </a:lvl5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  <p:sp>
        <p:nvSpPr>
          <p:cNvPr id="10" name="Fußzeilenplatzhalter 15"/>
          <p:cNvSpPr>
            <a:spLocks noGrp="1"/>
          </p:cNvSpPr>
          <p:nvPr>
            <p:ph type="ftr" sz="quarter" idx="14"/>
          </p:nvPr>
        </p:nvSpPr>
        <p:spPr>
          <a:xfrm>
            <a:off x="1625600" y="6416675"/>
            <a:ext cx="8985250" cy="365125"/>
          </a:xfrm>
        </p:spPr>
        <p:txBody>
          <a:bodyPr rtlCol="0"/>
          <a:lstStyle>
            <a:lvl1pPr algn="l">
              <a:defRPr sz="9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1" name="Foliennummernplatzhalter 16"/>
          <p:cNvSpPr>
            <a:spLocks noGrp="1"/>
          </p:cNvSpPr>
          <p:nvPr>
            <p:ph type="sldNum" sz="quarter" idx="15"/>
          </p:nvPr>
        </p:nvSpPr>
        <p:spPr>
          <a:xfrm>
            <a:off x="10991850" y="6416675"/>
            <a:ext cx="1200150" cy="365125"/>
          </a:xfrm>
        </p:spPr>
        <p:txBody>
          <a:bodyPr/>
          <a:lstStyle>
            <a:lvl1pPr algn="l">
              <a:defRPr sz="9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4DCBD55-91F0-45C8-9EAD-31C5FB32C79B}" type="slidenum">
              <a:rPr lang="de-DE" altLang="de-DE"/>
              <a:pPr>
                <a:defRPr/>
              </a:pPr>
              <a:t>‹#›</a:t>
            </a:fld>
            <a:endParaRPr lang="de-DE" altLang="de-DE" dirty="0"/>
          </a:p>
        </p:txBody>
      </p:sp>
      <p:sp>
        <p:nvSpPr>
          <p:cNvPr id="12" name="Datumsplatzhalter 17"/>
          <p:cNvSpPr>
            <a:spLocks noGrp="1"/>
          </p:cNvSpPr>
          <p:nvPr>
            <p:ph type="dt" sz="half" idx="16"/>
          </p:nvPr>
        </p:nvSpPr>
        <p:spPr>
          <a:xfrm>
            <a:off x="398463" y="6424613"/>
            <a:ext cx="1227137" cy="357187"/>
          </a:xfrm>
        </p:spPr>
        <p:txBody>
          <a:bodyPr rtlCol="0"/>
          <a:lstStyle>
            <a:lvl1pPr algn="r">
              <a:defRPr sz="9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fld id="{D3AEF513-E395-4A3D-8E58-0206060B0C19}" type="datetime1">
              <a:rPr lang="de-DE"/>
              <a:pPr>
                <a:defRPr/>
              </a:pPr>
              <a:t>15.09.2025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71647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 und Inhalt mit Fließtext 24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18"/>
          <p:cNvSpPr>
            <a:spLocks noChangeArrowheads="1"/>
          </p:cNvSpPr>
          <p:nvPr userDrawn="1"/>
        </p:nvSpPr>
        <p:spPr bwMode="auto">
          <a:xfrm flipH="1">
            <a:off x="-6350" y="6254750"/>
            <a:ext cx="12204700" cy="6032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de-DE" altLang="de-DE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cxnSp>
        <p:nvCxnSpPr>
          <p:cNvPr id="5" name="Gerade Verbindung 14"/>
          <p:cNvCxnSpPr/>
          <p:nvPr userDrawn="1"/>
        </p:nvCxnSpPr>
        <p:spPr>
          <a:xfrm rot="5400000">
            <a:off x="1367632" y="6595269"/>
            <a:ext cx="522287" cy="3175"/>
          </a:xfrm>
          <a:prstGeom prst="line">
            <a:avLst/>
          </a:prstGeom>
          <a:ln w="63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Gerade Verbindung 15"/>
          <p:cNvCxnSpPr/>
          <p:nvPr userDrawn="1"/>
        </p:nvCxnSpPr>
        <p:spPr>
          <a:xfrm rot="5400000">
            <a:off x="10541000" y="6596063"/>
            <a:ext cx="522287" cy="1588"/>
          </a:xfrm>
          <a:prstGeom prst="line">
            <a:avLst/>
          </a:prstGeom>
          <a:ln w="63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hteck 18"/>
          <p:cNvSpPr>
            <a:spLocks noChangeArrowheads="1"/>
          </p:cNvSpPr>
          <p:nvPr userDrawn="1"/>
        </p:nvSpPr>
        <p:spPr bwMode="auto">
          <a:xfrm flipH="1">
            <a:off x="0" y="6261100"/>
            <a:ext cx="12203113" cy="539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de-DE" altLang="de-DE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hteck 18"/>
          <p:cNvSpPr>
            <a:spLocks noChangeArrowheads="1"/>
          </p:cNvSpPr>
          <p:nvPr userDrawn="1"/>
        </p:nvSpPr>
        <p:spPr bwMode="auto">
          <a:xfrm flipH="1" flipV="1">
            <a:off x="0" y="0"/>
            <a:ext cx="9555163" cy="44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de-DE" altLang="de-DE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hteck 18"/>
          <p:cNvSpPr>
            <a:spLocks noChangeArrowheads="1"/>
          </p:cNvSpPr>
          <p:nvPr userDrawn="1"/>
        </p:nvSpPr>
        <p:spPr bwMode="auto">
          <a:xfrm flipH="1" flipV="1">
            <a:off x="9551988" y="0"/>
            <a:ext cx="2640012" cy="222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de-DE" altLang="de-DE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pic>
        <p:nvPicPr>
          <p:cNvPr id="10" name="Bild 1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8963" y="388938"/>
            <a:ext cx="1108075" cy="48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Textplatzhalter 26"/>
          <p:cNvSpPr>
            <a:spLocks noGrp="1"/>
          </p:cNvSpPr>
          <p:nvPr>
            <p:ph type="body" sz="quarter" idx="10"/>
          </p:nvPr>
        </p:nvSpPr>
        <p:spPr>
          <a:xfrm>
            <a:off x="397933" y="349044"/>
            <a:ext cx="8866419" cy="685800"/>
          </a:xfrm>
          <a:prstGeom prst="rect">
            <a:avLst/>
          </a:prstGeom>
        </p:spPr>
        <p:txBody>
          <a:bodyPr vert="horz"/>
          <a:lstStyle>
            <a:lvl1pPr marL="0" indent="0">
              <a:buFont typeface="Lucida Grande"/>
              <a:buNone/>
              <a:defRPr sz="30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900">
                <a:latin typeface="Verdana"/>
                <a:cs typeface="Verdana"/>
              </a:defRPr>
            </a:lvl2pPr>
            <a:lvl3pPr>
              <a:defRPr sz="900">
                <a:latin typeface="Verdana"/>
                <a:cs typeface="Verdana"/>
              </a:defRPr>
            </a:lvl3pPr>
            <a:lvl4pPr>
              <a:defRPr sz="900">
                <a:latin typeface="Verdana"/>
                <a:cs typeface="Verdana"/>
              </a:defRPr>
            </a:lvl4pPr>
            <a:lvl5pPr>
              <a:defRPr sz="900">
                <a:latin typeface="Verdana"/>
                <a:cs typeface="Verdana"/>
              </a:defRPr>
            </a:lvl5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  <p:sp>
        <p:nvSpPr>
          <p:cNvPr id="29" name="Textplatzhalter 28"/>
          <p:cNvSpPr>
            <a:spLocks noGrp="1"/>
          </p:cNvSpPr>
          <p:nvPr>
            <p:ph type="body" sz="quarter" idx="11"/>
          </p:nvPr>
        </p:nvSpPr>
        <p:spPr>
          <a:xfrm>
            <a:off x="1630030" y="1350048"/>
            <a:ext cx="9163384" cy="4495800"/>
          </a:xfrm>
          <a:prstGeom prst="rect">
            <a:avLst/>
          </a:prstGeom>
        </p:spPr>
        <p:txBody>
          <a:bodyPr vert="horz" lIns="0"/>
          <a:lstStyle>
            <a:lvl1pPr marL="0" marR="0" indent="-342900" algn="l" defTabSz="4572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4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 algn="l">
              <a:buFontTx/>
              <a:buNone/>
              <a:defRPr sz="18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400" indent="0" algn="l">
              <a:buFontTx/>
              <a:buNone/>
              <a:defRPr sz="18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600" indent="0" algn="l">
              <a:buFontTx/>
              <a:buNone/>
              <a:defRPr sz="18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800" indent="0" algn="l">
              <a:buFontTx/>
              <a:buNone/>
              <a:defRPr sz="18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11" name="Fußzeilenplatzhalter 15"/>
          <p:cNvSpPr>
            <a:spLocks noGrp="1"/>
          </p:cNvSpPr>
          <p:nvPr>
            <p:ph type="ftr" sz="quarter" idx="12"/>
          </p:nvPr>
        </p:nvSpPr>
        <p:spPr>
          <a:xfrm>
            <a:off x="1625600" y="6416675"/>
            <a:ext cx="8985250" cy="365125"/>
          </a:xfrm>
        </p:spPr>
        <p:txBody>
          <a:bodyPr rtlCol="0"/>
          <a:lstStyle>
            <a:lvl1pPr algn="l">
              <a:defRPr sz="9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2" name="Foliennummernplatzhalter 16"/>
          <p:cNvSpPr>
            <a:spLocks noGrp="1"/>
          </p:cNvSpPr>
          <p:nvPr>
            <p:ph type="sldNum" sz="quarter" idx="13"/>
          </p:nvPr>
        </p:nvSpPr>
        <p:spPr>
          <a:xfrm>
            <a:off x="10991850" y="6416675"/>
            <a:ext cx="1200150" cy="365125"/>
          </a:xfrm>
        </p:spPr>
        <p:txBody>
          <a:bodyPr/>
          <a:lstStyle>
            <a:lvl1pPr algn="l">
              <a:defRPr sz="9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3403F9C6-84D0-4162-91EE-42F978B0FA19}" type="slidenum">
              <a:rPr lang="de-DE" altLang="de-DE"/>
              <a:pPr>
                <a:defRPr/>
              </a:pPr>
              <a:t>‹#›</a:t>
            </a:fld>
            <a:endParaRPr lang="de-DE" altLang="de-DE" dirty="0"/>
          </a:p>
        </p:txBody>
      </p:sp>
      <p:sp>
        <p:nvSpPr>
          <p:cNvPr id="13" name="Datumsplatzhalter 17"/>
          <p:cNvSpPr>
            <a:spLocks noGrp="1"/>
          </p:cNvSpPr>
          <p:nvPr>
            <p:ph type="dt" sz="half" idx="14"/>
          </p:nvPr>
        </p:nvSpPr>
        <p:spPr>
          <a:xfrm>
            <a:off x="398463" y="6424613"/>
            <a:ext cx="1227137" cy="357187"/>
          </a:xfrm>
        </p:spPr>
        <p:txBody>
          <a:bodyPr rtlCol="0"/>
          <a:lstStyle>
            <a:lvl1pPr algn="r">
              <a:defRPr sz="9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>
              <a:defRPr/>
            </a:pPr>
            <a:fld id="{E82088EF-85F2-4CD3-8D71-2FF36028FA0A}" type="datetime1">
              <a:rPr lang="de-DE"/>
              <a:pPr>
                <a:defRPr/>
              </a:pPr>
              <a:t>15.09.2025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94556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6"/>
          <p:cNvSpPr txBox="1">
            <a:spLocks noGrp="1"/>
          </p:cNvSpPr>
          <p:nvPr>
            <p:ph type="title"/>
          </p:nvPr>
        </p:nvSpPr>
        <p:spPr>
          <a:xfrm>
            <a:off x="482600" y="35518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leo"/>
              <a:buNone/>
              <a:defRPr sz="4400" b="0" i="0" u="none" strike="noStrike" cap="none">
                <a:solidFill>
                  <a:schemeClr val="dk1"/>
                </a:solidFill>
                <a:latin typeface="Aleo"/>
                <a:ea typeface="Aleo"/>
                <a:cs typeface="Aleo"/>
                <a:sym typeface="Ale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76"/>
          <p:cNvSpPr txBox="1">
            <a:spLocks noGrp="1"/>
          </p:cNvSpPr>
          <p:nvPr>
            <p:ph type="body" idx="1"/>
          </p:nvPr>
        </p:nvSpPr>
        <p:spPr>
          <a:xfrm>
            <a:off x="482600" y="1847849"/>
            <a:ext cx="10515600" cy="3680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leo"/>
                <a:ea typeface="Aleo"/>
                <a:cs typeface="Aleo"/>
                <a:sym typeface="Ale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leo"/>
                <a:ea typeface="Aleo"/>
                <a:cs typeface="Aleo"/>
                <a:sym typeface="Ale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leo"/>
                <a:ea typeface="Aleo"/>
                <a:cs typeface="Aleo"/>
                <a:sym typeface="Ale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leo"/>
                <a:ea typeface="Aleo"/>
                <a:cs typeface="Aleo"/>
                <a:sym typeface="Ale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leo"/>
                <a:ea typeface="Aleo"/>
                <a:cs typeface="Aleo"/>
                <a:sym typeface="Ale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76"/>
          <p:cNvSpPr txBox="1">
            <a:spLocks noGrp="1"/>
          </p:cNvSpPr>
          <p:nvPr>
            <p:ph type="sldNum" idx="12"/>
          </p:nvPr>
        </p:nvSpPr>
        <p:spPr>
          <a:xfrm>
            <a:off x="5335401" y="6326256"/>
            <a:ext cx="113336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leo"/>
                <a:ea typeface="Aleo"/>
                <a:cs typeface="Aleo"/>
                <a:sym typeface="Aleo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leo"/>
                <a:ea typeface="Aleo"/>
                <a:cs typeface="Aleo"/>
                <a:sym typeface="Aleo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leo"/>
                <a:ea typeface="Aleo"/>
                <a:cs typeface="Aleo"/>
                <a:sym typeface="Aleo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leo"/>
                <a:ea typeface="Aleo"/>
                <a:cs typeface="Aleo"/>
                <a:sym typeface="Aleo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leo"/>
                <a:ea typeface="Aleo"/>
                <a:cs typeface="Aleo"/>
                <a:sym typeface="Aleo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leo"/>
                <a:ea typeface="Aleo"/>
                <a:cs typeface="Aleo"/>
                <a:sym typeface="Aleo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leo"/>
                <a:ea typeface="Aleo"/>
                <a:cs typeface="Aleo"/>
                <a:sym typeface="Aleo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leo"/>
                <a:ea typeface="Aleo"/>
                <a:cs typeface="Aleo"/>
                <a:sym typeface="Aleo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leo"/>
                <a:ea typeface="Aleo"/>
                <a:cs typeface="Aleo"/>
                <a:sym typeface="Ale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" name="Google Shape;9;p76" descr="Ein Bild, das Logo enthält.&#10;&#10;Automatisch generierte Beschreibung"/>
          <p:cNvPicPr preferRelativeResize="0"/>
          <p:nvPr/>
        </p:nvPicPr>
        <p:blipFill rotWithShape="1">
          <a:blip r:embed="rId10">
            <a:alphaModFix/>
          </a:blip>
          <a:srcRect t="10805" b="24934"/>
          <a:stretch/>
        </p:blipFill>
        <p:spPr>
          <a:xfrm>
            <a:off x="7924800" y="5902123"/>
            <a:ext cx="4267200" cy="955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76" descr="Ein Bild, das Text enthält.&#10;&#10;Automatisch generierte Beschreibu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0961" y="6018182"/>
            <a:ext cx="4003039" cy="83981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edureka.co/blog/ai-vs-machine-learning-vs-deep-learning/" TargetMode="Externa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pm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21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Relationship Id="rId1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22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3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13.svg"/><Relationship Id="rId18" Type="http://schemas.openxmlformats.org/officeDocument/2006/relationships/image" Target="../media/image38.png"/><Relationship Id="rId3" Type="http://schemas.openxmlformats.org/officeDocument/2006/relationships/image" Target="../media/image36.png"/><Relationship Id="rId7" Type="http://schemas.openxmlformats.org/officeDocument/2006/relationships/image" Target="../media/image19.png"/><Relationship Id="rId12" Type="http://schemas.openxmlformats.org/officeDocument/2006/relationships/image" Target="../media/image12.png"/><Relationship Id="rId17" Type="http://schemas.openxmlformats.org/officeDocument/2006/relationships/image" Target="../media/image17.sv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11.svg"/><Relationship Id="rId5" Type="http://schemas.openxmlformats.org/officeDocument/2006/relationships/image" Target="../media/image9.svg"/><Relationship Id="rId15" Type="http://schemas.openxmlformats.org/officeDocument/2006/relationships/image" Target="../media/image15.svg"/><Relationship Id="rId10" Type="http://schemas.openxmlformats.org/officeDocument/2006/relationships/image" Target="../media/image10.png"/><Relationship Id="rId4" Type="http://schemas.openxmlformats.org/officeDocument/2006/relationships/image" Target="../media/image8.png"/><Relationship Id="rId9" Type="http://schemas.openxmlformats.org/officeDocument/2006/relationships/image" Target="../media/image23.png"/><Relationship Id="rId1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13.svg"/><Relationship Id="rId18" Type="http://schemas.openxmlformats.org/officeDocument/2006/relationships/image" Target="../media/image38.png"/><Relationship Id="rId3" Type="http://schemas.openxmlformats.org/officeDocument/2006/relationships/image" Target="../media/image36.png"/><Relationship Id="rId7" Type="http://schemas.openxmlformats.org/officeDocument/2006/relationships/image" Target="../media/image19.png"/><Relationship Id="rId12" Type="http://schemas.openxmlformats.org/officeDocument/2006/relationships/image" Target="../media/image12.png"/><Relationship Id="rId17" Type="http://schemas.openxmlformats.org/officeDocument/2006/relationships/image" Target="../media/image17.sv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11.svg"/><Relationship Id="rId5" Type="http://schemas.openxmlformats.org/officeDocument/2006/relationships/image" Target="../media/image9.svg"/><Relationship Id="rId15" Type="http://schemas.openxmlformats.org/officeDocument/2006/relationships/image" Target="../media/image15.svg"/><Relationship Id="rId10" Type="http://schemas.openxmlformats.org/officeDocument/2006/relationships/image" Target="../media/image10.png"/><Relationship Id="rId4" Type="http://schemas.openxmlformats.org/officeDocument/2006/relationships/image" Target="../media/image8.png"/><Relationship Id="rId9" Type="http://schemas.openxmlformats.org/officeDocument/2006/relationships/image" Target="../media/image23.png"/><Relationship Id="rId1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69IKoGrCIqvdVftKhyhr2iq-7kU4F0N_?usp=drive_link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mailto:giuseppe.carteny@uni-saarland.de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sky.app/profile/giucarny.bsky.socia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"/>
          <p:cNvSpPr txBox="1">
            <a:spLocks noGrp="1"/>
          </p:cNvSpPr>
          <p:nvPr>
            <p:ph type="ctrTitle"/>
          </p:nvPr>
        </p:nvSpPr>
        <p:spPr>
          <a:xfrm>
            <a:off x="176048" y="677863"/>
            <a:ext cx="6339052" cy="2133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leo"/>
              <a:buNone/>
            </a:pPr>
            <a:r>
              <a:rPr lang="en-US"/>
              <a:t>Online Methods Workshop</a:t>
            </a:r>
            <a:endParaRPr/>
          </a:p>
        </p:txBody>
      </p:sp>
      <p:sp>
        <p:nvSpPr>
          <p:cNvPr id="43" name="Google Shape;43;p1"/>
          <p:cNvSpPr txBox="1">
            <a:spLocks noGrp="1"/>
          </p:cNvSpPr>
          <p:nvPr>
            <p:ph type="subTitle" idx="1"/>
          </p:nvPr>
        </p:nvSpPr>
        <p:spPr>
          <a:xfrm>
            <a:off x="6985000" y="2811462"/>
            <a:ext cx="4291362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Exploring Political Discourse through the Collection and Analysis of Digital Texts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56451A2-1143-4130-A90D-492285BD72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6261" y="2085315"/>
            <a:ext cx="3115855" cy="39065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B0453B6-EFFE-4B56-A16F-27A4FDA58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G3 Before we move on…</a:t>
            </a:r>
          </a:p>
        </p:txBody>
      </p:sp>
      <p:sp>
        <p:nvSpPr>
          <p:cNvPr id="324" name="Google Shape;324;g327bb8ba2d6_0_18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326" name="Google Shape;326;g327bb8ba2d6_0_186"/>
          <p:cNvSpPr txBox="1">
            <a:spLocks noGrp="1"/>
          </p:cNvSpPr>
          <p:nvPr>
            <p:ph type="dt" idx="4294967295"/>
          </p:nvPr>
        </p:nvSpPr>
        <p:spPr>
          <a:xfrm>
            <a:off x="0" y="6424613"/>
            <a:ext cx="1227138" cy="357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05.12.2024</a:t>
            </a:r>
            <a:endParaRPr sz="9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4E764E-9CED-4AB7-9781-0CA9218438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875" y="2296397"/>
            <a:ext cx="8790039" cy="36954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CB748CC-B427-494F-80FD-4869D0C0B59A}"/>
              </a:ext>
            </a:extLst>
          </p:cNvPr>
          <p:cNvSpPr txBox="1"/>
          <p:nvPr/>
        </p:nvSpPr>
        <p:spPr>
          <a:xfrm>
            <a:off x="9631363" y="5991819"/>
            <a:ext cx="25606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 so proudly copy-pasted from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here</a:t>
            </a:r>
            <a:endParaRPr lang="en-GB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7068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DED79DB-50B4-4B90-A1D9-ED1C75CCDD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406" y="1646570"/>
            <a:ext cx="1014100" cy="592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9" name="Google Shape;609;g355bcd029af_0_49"/>
          <p:cNvSpPr txBox="1">
            <a:spLocks noGrp="1"/>
          </p:cNvSpPr>
          <p:nvPr>
            <p:ph type="title"/>
          </p:nvPr>
        </p:nvSpPr>
        <p:spPr>
          <a:xfrm>
            <a:off x="482600" y="145740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A map</a:t>
            </a:r>
            <a:endParaRPr sz="36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7FA7225-F523-4ADD-8DF3-D9288CA9313E}"/>
              </a:ext>
            </a:extLst>
          </p:cNvPr>
          <p:cNvSpPr txBox="1"/>
          <p:nvPr/>
        </p:nvSpPr>
        <p:spPr>
          <a:xfrm>
            <a:off x="3639629" y="1806228"/>
            <a:ext cx="1828800" cy="307777"/>
          </a:xfrm>
          <a:custGeom>
            <a:avLst/>
            <a:gdLst>
              <a:gd name="connsiteX0" fmla="*/ 0 w 1828800"/>
              <a:gd name="connsiteY0" fmla="*/ 0 h 307777"/>
              <a:gd name="connsiteX1" fmla="*/ 627888 w 1828800"/>
              <a:gd name="connsiteY1" fmla="*/ 0 h 307777"/>
              <a:gd name="connsiteX2" fmla="*/ 1274064 w 1828800"/>
              <a:gd name="connsiteY2" fmla="*/ 0 h 307777"/>
              <a:gd name="connsiteX3" fmla="*/ 1828800 w 1828800"/>
              <a:gd name="connsiteY3" fmla="*/ 0 h 307777"/>
              <a:gd name="connsiteX4" fmla="*/ 1828800 w 1828800"/>
              <a:gd name="connsiteY4" fmla="*/ 307777 h 307777"/>
              <a:gd name="connsiteX5" fmla="*/ 1255776 w 1828800"/>
              <a:gd name="connsiteY5" fmla="*/ 307777 h 307777"/>
              <a:gd name="connsiteX6" fmla="*/ 627888 w 1828800"/>
              <a:gd name="connsiteY6" fmla="*/ 307777 h 307777"/>
              <a:gd name="connsiteX7" fmla="*/ 0 w 1828800"/>
              <a:gd name="connsiteY7" fmla="*/ 307777 h 307777"/>
              <a:gd name="connsiteX8" fmla="*/ 0 w 1828800"/>
              <a:gd name="connsiteY8" fmla="*/ 0 h 307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28800" h="307777" fill="none" extrusionOk="0">
                <a:moveTo>
                  <a:pt x="0" y="0"/>
                </a:moveTo>
                <a:cubicBezTo>
                  <a:pt x="188433" y="8192"/>
                  <a:pt x="344586" y="-13061"/>
                  <a:pt x="627888" y="0"/>
                </a:cubicBezTo>
                <a:cubicBezTo>
                  <a:pt x="911190" y="13061"/>
                  <a:pt x="1137807" y="-27158"/>
                  <a:pt x="1274064" y="0"/>
                </a:cubicBezTo>
                <a:cubicBezTo>
                  <a:pt x="1410321" y="27158"/>
                  <a:pt x="1611768" y="-15286"/>
                  <a:pt x="1828800" y="0"/>
                </a:cubicBezTo>
                <a:cubicBezTo>
                  <a:pt x="1824153" y="92866"/>
                  <a:pt x="1833776" y="205480"/>
                  <a:pt x="1828800" y="307777"/>
                </a:cubicBezTo>
                <a:cubicBezTo>
                  <a:pt x="1550206" y="288850"/>
                  <a:pt x="1438957" y="307975"/>
                  <a:pt x="1255776" y="307777"/>
                </a:cubicBezTo>
                <a:cubicBezTo>
                  <a:pt x="1072595" y="307579"/>
                  <a:pt x="928900" y="306682"/>
                  <a:pt x="627888" y="307777"/>
                </a:cubicBezTo>
                <a:cubicBezTo>
                  <a:pt x="326876" y="308872"/>
                  <a:pt x="206912" y="328640"/>
                  <a:pt x="0" y="307777"/>
                </a:cubicBezTo>
                <a:cubicBezTo>
                  <a:pt x="13545" y="218345"/>
                  <a:pt x="-2371" y="131080"/>
                  <a:pt x="0" y="0"/>
                </a:cubicBezTo>
                <a:close/>
              </a:path>
              <a:path w="1828800" h="307777" stroke="0" extrusionOk="0">
                <a:moveTo>
                  <a:pt x="0" y="0"/>
                </a:moveTo>
                <a:cubicBezTo>
                  <a:pt x="258124" y="-18461"/>
                  <a:pt x="398936" y="14598"/>
                  <a:pt x="554736" y="0"/>
                </a:cubicBezTo>
                <a:cubicBezTo>
                  <a:pt x="710536" y="-14598"/>
                  <a:pt x="885300" y="-19810"/>
                  <a:pt x="1127760" y="0"/>
                </a:cubicBezTo>
                <a:cubicBezTo>
                  <a:pt x="1370220" y="19810"/>
                  <a:pt x="1513227" y="-23801"/>
                  <a:pt x="1828800" y="0"/>
                </a:cubicBezTo>
                <a:cubicBezTo>
                  <a:pt x="1831733" y="86923"/>
                  <a:pt x="1814952" y="245690"/>
                  <a:pt x="1828800" y="307777"/>
                </a:cubicBezTo>
                <a:cubicBezTo>
                  <a:pt x="1554701" y="302082"/>
                  <a:pt x="1476520" y="286338"/>
                  <a:pt x="1255776" y="307777"/>
                </a:cubicBezTo>
                <a:cubicBezTo>
                  <a:pt x="1035032" y="329216"/>
                  <a:pt x="862218" y="284772"/>
                  <a:pt x="682752" y="307777"/>
                </a:cubicBezTo>
                <a:cubicBezTo>
                  <a:pt x="503286" y="330782"/>
                  <a:pt x="232319" y="324445"/>
                  <a:pt x="0" y="307777"/>
                </a:cubicBezTo>
                <a:cubicBezTo>
                  <a:pt x="-6542" y="243844"/>
                  <a:pt x="-2795" y="84774"/>
                  <a:pt x="0" y="0"/>
                </a:cubicBezTo>
                <a:close/>
              </a:path>
            </a:pathLst>
          </a:custGeom>
          <a:solidFill>
            <a:srgbClr val="44546A"/>
          </a:solidFill>
          <a:ln>
            <a:extLst>
              <a:ext uri="{C807C97D-BFC1-408E-A445-0C87EB9F89A2}">
                <ask:lineSketchStyleProps xmlns:ask="http://schemas.microsoft.com/office/drawing/2018/sketchyshapes" sd="383692343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de-DE"/>
            </a:defPPr>
            <a:lvl1pPr algn="ctr">
              <a:defRPr b="1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dirty="0" err="1"/>
              <a:t>Preprocessing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8B5999C-768C-46FB-84A4-FE152D1F0D96}"/>
              </a:ext>
            </a:extLst>
          </p:cNvPr>
          <p:cNvSpPr txBox="1"/>
          <p:nvPr/>
        </p:nvSpPr>
        <p:spPr>
          <a:xfrm>
            <a:off x="5746370" y="2243106"/>
            <a:ext cx="1828800" cy="307777"/>
          </a:xfrm>
          <a:custGeom>
            <a:avLst/>
            <a:gdLst>
              <a:gd name="connsiteX0" fmla="*/ 0 w 1828800"/>
              <a:gd name="connsiteY0" fmla="*/ 0 h 307777"/>
              <a:gd name="connsiteX1" fmla="*/ 627888 w 1828800"/>
              <a:gd name="connsiteY1" fmla="*/ 0 h 307777"/>
              <a:gd name="connsiteX2" fmla="*/ 1255776 w 1828800"/>
              <a:gd name="connsiteY2" fmla="*/ 0 h 307777"/>
              <a:gd name="connsiteX3" fmla="*/ 1828800 w 1828800"/>
              <a:gd name="connsiteY3" fmla="*/ 0 h 307777"/>
              <a:gd name="connsiteX4" fmla="*/ 1828800 w 1828800"/>
              <a:gd name="connsiteY4" fmla="*/ 307777 h 307777"/>
              <a:gd name="connsiteX5" fmla="*/ 1274064 w 1828800"/>
              <a:gd name="connsiteY5" fmla="*/ 307777 h 307777"/>
              <a:gd name="connsiteX6" fmla="*/ 701040 w 1828800"/>
              <a:gd name="connsiteY6" fmla="*/ 307777 h 307777"/>
              <a:gd name="connsiteX7" fmla="*/ 0 w 1828800"/>
              <a:gd name="connsiteY7" fmla="*/ 307777 h 307777"/>
              <a:gd name="connsiteX8" fmla="*/ 0 w 1828800"/>
              <a:gd name="connsiteY8" fmla="*/ 0 h 307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28800" h="307777" fill="none" extrusionOk="0">
                <a:moveTo>
                  <a:pt x="0" y="0"/>
                </a:moveTo>
                <a:cubicBezTo>
                  <a:pt x="183991" y="-6493"/>
                  <a:pt x="408434" y="16865"/>
                  <a:pt x="627888" y="0"/>
                </a:cubicBezTo>
                <a:cubicBezTo>
                  <a:pt x="847342" y="-16865"/>
                  <a:pt x="1031068" y="14182"/>
                  <a:pt x="1255776" y="0"/>
                </a:cubicBezTo>
                <a:cubicBezTo>
                  <a:pt x="1480484" y="-14182"/>
                  <a:pt x="1651081" y="11556"/>
                  <a:pt x="1828800" y="0"/>
                </a:cubicBezTo>
                <a:cubicBezTo>
                  <a:pt x="1818371" y="141083"/>
                  <a:pt x="1842722" y="202684"/>
                  <a:pt x="1828800" y="307777"/>
                </a:cubicBezTo>
                <a:cubicBezTo>
                  <a:pt x="1561074" y="292987"/>
                  <a:pt x="1527594" y="331963"/>
                  <a:pt x="1274064" y="307777"/>
                </a:cubicBezTo>
                <a:cubicBezTo>
                  <a:pt x="1020534" y="283591"/>
                  <a:pt x="916508" y="296295"/>
                  <a:pt x="701040" y="307777"/>
                </a:cubicBezTo>
                <a:cubicBezTo>
                  <a:pt x="485572" y="319259"/>
                  <a:pt x="271262" y="288823"/>
                  <a:pt x="0" y="307777"/>
                </a:cubicBezTo>
                <a:cubicBezTo>
                  <a:pt x="-10921" y="196676"/>
                  <a:pt x="6802" y="150333"/>
                  <a:pt x="0" y="0"/>
                </a:cubicBezTo>
                <a:close/>
              </a:path>
              <a:path w="1828800" h="307777" stroke="0" extrusionOk="0">
                <a:moveTo>
                  <a:pt x="0" y="0"/>
                </a:moveTo>
                <a:cubicBezTo>
                  <a:pt x="201482" y="16968"/>
                  <a:pt x="428738" y="-24808"/>
                  <a:pt x="646176" y="0"/>
                </a:cubicBezTo>
                <a:cubicBezTo>
                  <a:pt x="863614" y="24808"/>
                  <a:pt x="1033864" y="3942"/>
                  <a:pt x="1219200" y="0"/>
                </a:cubicBezTo>
                <a:cubicBezTo>
                  <a:pt x="1404536" y="-3942"/>
                  <a:pt x="1661284" y="-28217"/>
                  <a:pt x="1828800" y="0"/>
                </a:cubicBezTo>
                <a:cubicBezTo>
                  <a:pt x="1834564" y="116185"/>
                  <a:pt x="1837016" y="218802"/>
                  <a:pt x="1828800" y="307777"/>
                </a:cubicBezTo>
                <a:cubicBezTo>
                  <a:pt x="1582023" y="336959"/>
                  <a:pt x="1387247" y="306051"/>
                  <a:pt x="1237488" y="307777"/>
                </a:cubicBezTo>
                <a:cubicBezTo>
                  <a:pt x="1087729" y="309503"/>
                  <a:pt x="850563" y="320547"/>
                  <a:pt x="627888" y="307777"/>
                </a:cubicBezTo>
                <a:cubicBezTo>
                  <a:pt x="405213" y="295007"/>
                  <a:pt x="223786" y="295094"/>
                  <a:pt x="0" y="307777"/>
                </a:cubicBezTo>
                <a:cubicBezTo>
                  <a:pt x="-8017" y="226304"/>
                  <a:pt x="-1273" y="94903"/>
                  <a:pt x="0" y="0"/>
                </a:cubicBezTo>
                <a:close/>
              </a:path>
            </a:pathLst>
          </a:custGeom>
          <a:solidFill>
            <a:srgbClr val="C00000"/>
          </a:solidFill>
          <a:ln>
            <a:extLst>
              <a:ext uri="{C807C97D-BFC1-408E-A445-0C87EB9F89A2}">
                <ask:lineSketchStyleProps xmlns:ask="http://schemas.microsoft.com/office/drawing/2018/sketchyshapes" sd="260238953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de-DE"/>
            </a:defPPr>
            <a:lvl1pPr algn="ctr">
              <a:defRPr b="1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dirty="0"/>
              <a:t>Research Objective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8709405-9875-4DA8-A547-8FDB75E95FE8}"/>
              </a:ext>
            </a:extLst>
          </p:cNvPr>
          <p:cNvSpPr txBox="1"/>
          <p:nvPr/>
        </p:nvSpPr>
        <p:spPr>
          <a:xfrm>
            <a:off x="3125454" y="2935585"/>
            <a:ext cx="1828800" cy="307777"/>
          </a:xfrm>
          <a:custGeom>
            <a:avLst/>
            <a:gdLst>
              <a:gd name="connsiteX0" fmla="*/ 0 w 1828800"/>
              <a:gd name="connsiteY0" fmla="*/ 0 h 307777"/>
              <a:gd name="connsiteX1" fmla="*/ 554736 w 1828800"/>
              <a:gd name="connsiteY1" fmla="*/ 0 h 307777"/>
              <a:gd name="connsiteX2" fmla="*/ 1182624 w 1828800"/>
              <a:gd name="connsiteY2" fmla="*/ 0 h 307777"/>
              <a:gd name="connsiteX3" fmla="*/ 1828800 w 1828800"/>
              <a:gd name="connsiteY3" fmla="*/ 0 h 307777"/>
              <a:gd name="connsiteX4" fmla="*/ 1828800 w 1828800"/>
              <a:gd name="connsiteY4" fmla="*/ 307777 h 307777"/>
              <a:gd name="connsiteX5" fmla="*/ 1237488 w 1828800"/>
              <a:gd name="connsiteY5" fmla="*/ 307777 h 307777"/>
              <a:gd name="connsiteX6" fmla="*/ 627888 w 1828800"/>
              <a:gd name="connsiteY6" fmla="*/ 307777 h 307777"/>
              <a:gd name="connsiteX7" fmla="*/ 0 w 1828800"/>
              <a:gd name="connsiteY7" fmla="*/ 307777 h 307777"/>
              <a:gd name="connsiteX8" fmla="*/ 0 w 1828800"/>
              <a:gd name="connsiteY8" fmla="*/ 0 h 307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28800" h="307777" fill="none" extrusionOk="0">
                <a:moveTo>
                  <a:pt x="0" y="0"/>
                </a:moveTo>
                <a:cubicBezTo>
                  <a:pt x="135934" y="15867"/>
                  <a:pt x="403382" y="-9020"/>
                  <a:pt x="554736" y="0"/>
                </a:cubicBezTo>
                <a:cubicBezTo>
                  <a:pt x="706090" y="9020"/>
                  <a:pt x="1025276" y="20381"/>
                  <a:pt x="1182624" y="0"/>
                </a:cubicBezTo>
                <a:cubicBezTo>
                  <a:pt x="1339972" y="-20381"/>
                  <a:pt x="1672977" y="4566"/>
                  <a:pt x="1828800" y="0"/>
                </a:cubicBezTo>
                <a:cubicBezTo>
                  <a:pt x="1817407" y="78776"/>
                  <a:pt x="1813497" y="212241"/>
                  <a:pt x="1828800" y="307777"/>
                </a:cubicBezTo>
                <a:cubicBezTo>
                  <a:pt x="1592106" y="296872"/>
                  <a:pt x="1527175" y="331531"/>
                  <a:pt x="1237488" y="307777"/>
                </a:cubicBezTo>
                <a:cubicBezTo>
                  <a:pt x="947801" y="284023"/>
                  <a:pt x="910278" y="323251"/>
                  <a:pt x="627888" y="307777"/>
                </a:cubicBezTo>
                <a:cubicBezTo>
                  <a:pt x="345498" y="292303"/>
                  <a:pt x="215322" y="282748"/>
                  <a:pt x="0" y="307777"/>
                </a:cubicBezTo>
                <a:cubicBezTo>
                  <a:pt x="5418" y="232412"/>
                  <a:pt x="-4908" y="96001"/>
                  <a:pt x="0" y="0"/>
                </a:cubicBezTo>
                <a:close/>
              </a:path>
              <a:path w="1828800" h="307777" stroke="0" extrusionOk="0">
                <a:moveTo>
                  <a:pt x="0" y="0"/>
                </a:moveTo>
                <a:cubicBezTo>
                  <a:pt x="182966" y="-21347"/>
                  <a:pt x="464996" y="29335"/>
                  <a:pt x="646176" y="0"/>
                </a:cubicBezTo>
                <a:cubicBezTo>
                  <a:pt x="827356" y="-29335"/>
                  <a:pt x="969908" y="1060"/>
                  <a:pt x="1274064" y="0"/>
                </a:cubicBezTo>
                <a:cubicBezTo>
                  <a:pt x="1578220" y="-1060"/>
                  <a:pt x="1590003" y="25910"/>
                  <a:pt x="1828800" y="0"/>
                </a:cubicBezTo>
                <a:cubicBezTo>
                  <a:pt x="1840049" y="105982"/>
                  <a:pt x="1839821" y="160254"/>
                  <a:pt x="1828800" y="307777"/>
                </a:cubicBezTo>
                <a:cubicBezTo>
                  <a:pt x="1540375" y="295148"/>
                  <a:pt x="1429852" y="314006"/>
                  <a:pt x="1182624" y="307777"/>
                </a:cubicBezTo>
                <a:cubicBezTo>
                  <a:pt x="935396" y="301548"/>
                  <a:pt x="805396" y="325988"/>
                  <a:pt x="627888" y="307777"/>
                </a:cubicBezTo>
                <a:cubicBezTo>
                  <a:pt x="450380" y="289566"/>
                  <a:pt x="305580" y="308932"/>
                  <a:pt x="0" y="307777"/>
                </a:cubicBezTo>
                <a:cubicBezTo>
                  <a:pt x="13200" y="183928"/>
                  <a:pt x="-8984" y="128294"/>
                  <a:pt x="0" y="0"/>
                </a:cubicBezTo>
                <a:close/>
              </a:path>
            </a:pathLst>
          </a:custGeom>
          <a:solidFill>
            <a:srgbClr val="E6AF00"/>
          </a:solidFill>
          <a:ln w="28575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83223180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de-DE"/>
            </a:defPPr>
            <a:lvl1pPr algn="ctr">
              <a:defRPr b="1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dirty="0">
                <a:solidFill>
                  <a:schemeClr val="bg1"/>
                </a:solidFill>
              </a:rPr>
              <a:t>Classification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928432F-90E4-4DC7-8599-B47D999B7EF2}"/>
              </a:ext>
            </a:extLst>
          </p:cNvPr>
          <p:cNvSpPr txBox="1"/>
          <p:nvPr/>
        </p:nvSpPr>
        <p:spPr>
          <a:xfrm>
            <a:off x="1614506" y="3746982"/>
            <a:ext cx="2218426" cy="338554"/>
          </a:xfrm>
          <a:custGeom>
            <a:avLst/>
            <a:gdLst>
              <a:gd name="connsiteX0" fmla="*/ 0 w 2218426"/>
              <a:gd name="connsiteY0" fmla="*/ 0 h 338554"/>
              <a:gd name="connsiteX1" fmla="*/ 510238 w 2218426"/>
              <a:gd name="connsiteY1" fmla="*/ 0 h 338554"/>
              <a:gd name="connsiteX2" fmla="*/ 1109213 w 2218426"/>
              <a:gd name="connsiteY2" fmla="*/ 0 h 338554"/>
              <a:gd name="connsiteX3" fmla="*/ 1708188 w 2218426"/>
              <a:gd name="connsiteY3" fmla="*/ 0 h 338554"/>
              <a:gd name="connsiteX4" fmla="*/ 2218426 w 2218426"/>
              <a:gd name="connsiteY4" fmla="*/ 0 h 338554"/>
              <a:gd name="connsiteX5" fmla="*/ 2218426 w 2218426"/>
              <a:gd name="connsiteY5" fmla="*/ 338554 h 338554"/>
              <a:gd name="connsiteX6" fmla="*/ 1708188 w 2218426"/>
              <a:gd name="connsiteY6" fmla="*/ 338554 h 338554"/>
              <a:gd name="connsiteX7" fmla="*/ 1175766 w 2218426"/>
              <a:gd name="connsiteY7" fmla="*/ 338554 h 338554"/>
              <a:gd name="connsiteX8" fmla="*/ 621159 w 2218426"/>
              <a:gd name="connsiteY8" fmla="*/ 338554 h 338554"/>
              <a:gd name="connsiteX9" fmla="*/ 0 w 2218426"/>
              <a:gd name="connsiteY9" fmla="*/ 338554 h 338554"/>
              <a:gd name="connsiteX10" fmla="*/ 0 w 2218426"/>
              <a:gd name="connsiteY10" fmla="*/ 0 h 338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18426" h="338554" extrusionOk="0">
                <a:moveTo>
                  <a:pt x="0" y="0"/>
                </a:moveTo>
                <a:cubicBezTo>
                  <a:pt x="125348" y="-15840"/>
                  <a:pt x="394878" y="29909"/>
                  <a:pt x="510238" y="0"/>
                </a:cubicBezTo>
                <a:cubicBezTo>
                  <a:pt x="625598" y="-29909"/>
                  <a:pt x="912291" y="46245"/>
                  <a:pt x="1109213" y="0"/>
                </a:cubicBezTo>
                <a:cubicBezTo>
                  <a:pt x="1306136" y="-46245"/>
                  <a:pt x="1559608" y="38457"/>
                  <a:pt x="1708188" y="0"/>
                </a:cubicBezTo>
                <a:cubicBezTo>
                  <a:pt x="1856769" y="-38457"/>
                  <a:pt x="2048524" y="39746"/>
                  <a:pt x="2218426" y="0"/>
                </a:cubicBezTo>
                <a:cubicBezTo>
                  <a:pt x="2222529" y="165101"/>
                  <a:pt x="2195803" y="251639"/>
                  <a:pt x="2218426" y="338554"/>
                </a:cubicBezTo>
                <a:cubicBezTo>
                  <a:pt x="2061865" y="384832"/>
                  <a:pt x="1920234" y="312054"/>
                  <a:pt x="1708188" y="338554"/>
                </a:cubicBezTo>
                <a:cubicBezTo>
                  <a:pt x="1496142" y="365054"/>
                  <a:pt x="1422820" y="285900"/>
                  <a:pt x="1175766" y="338554"/>
                </a:cubicBezTo>
                <a:cubicBezTo>
                  <a:pt x="928712" y="391208"/>
                  <a:pt x="861320" y="301076"/>
                  <a:pt x="621159" y="338554"/>
                </a:cubicBezTo>
                <a:cubicBezTo>
                  <a:pt x="380998" y="376032"/>
                  <a:pt x="130056" y="295022"/>
                  <a:pt x="0" y="338554"/>
                </a:cubicBezTo>
                <a:cubicBezTo>
                  <a:pt x="-35821" y="200341"/>
                  <a:pt x="39719" y="128243"/>
                  <a:pt x="0" y="0"/>
                </a:cubicBezTo>
                <a:close/>
              </a:path>
            </a:pathLst>
          </a:custGeom>
          <a:noFill/>
          <a:ln w="38100">
            <a:solidFill>
              <a:srgbClr val="E6AF00"/>
            </a:solidFill>
            <a:extLst>
              <a:ext uri="{C807C97D-BFC1-408E-A445-0C87EB9F89A2}">
                <ask:lineSketchStyleProps xmlns:ask="http://schemas.microsoft.com/office/drawing/2018/sketchyshapes" sd="19591507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 b="1"/>
            </a:lvl1pPr>
          </a:lstStyle>
          <a:p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Known Categories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6B0C8B1-C655-4248-9C33-30AFC216A3BA}"/>
              </a:ext>
            </a:extLst>
          </p:cNvPr>
          <p:cNvSpPr txBox="1"/>
          <p:nvPr/>
        </p:nvSpPr>
        <p:spPr>
          <a:xfrm>
            <a:off x="4197347" y="3746984"/>
            <a:ext cx="2218426" cy="338554"/>
          </a:xfrm>
          <a:custGeom>
            <a:avLst/>
            <a:gdLst>
              <a:gd name="connsiteX0" fmla="*/ 0 w 2218426"/>
              <a:gd name="connsiteY0" fmla="*/ 0 h 338554"/>
              <a:gd name="connsiteX1" fmla="*/ 554607 w 2218426"/>
              <a:gd name="connsiteY1" fmla="*/ 0 h 338554"/>
              <a:gd name="connsiteX2" fmla="*/ 1042660 w 2218426"/>
              <a:gd name="connsiteY2" fmla="*/ 0 h 338554"/>
              <a:gd name="connsiteX3" fmla="*/ 1552898 w 2218426"/>
              <a:gd name="connsiteY3" fmla="*/ 0 h 338554"/>
              <a:gd name="connsiteX4" fmla="*/ 2218426 w 2218426"/>
              <a:gd name="connsiteY4" fmla="*/ 0 h 338554"/>
              <a:gd name="connsiteX5" fmla="*/ 2218426 w 2218426"/>
              <a:gd name="connsiteY5" fmla="*/ 338554 h 338554"/>
              <a:gd name="connsiteX6" fmla="*/ 1730372 w 2218426"/>
              <a:gd name="connsiteY6" fmla="*/ 338554 h 338554"/>
              <a:gd name="connsiteX7" fmla="*/ 1197950 w 2218426"/>
              <a:gd name="connsiteY7" fmla="*/ 338554 h 338554"/>
              <a:gd name="connsiteX8" fmla="*/ 687712 w 2218426"/>
              <a:gd name="connsiteY8" fmla="*/ 338554 h 338554"/>
              <a:gd name="connsiteX9" fmla="*/ 0 w 2218426"/>
              <a:gd name="connsiteY9" fmla="*/ 338554 h 338554"/>
              <a:gd name="connsiteX10" fmla="*/ 0 w 2218426"/>
              <a:gd name="connsiteY10" fmla="*/ 0 h 338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18426" h="338554" extrusionOk="0">
                <a:moveTo>
                  <a:pt x="0" y="0"/>
                </a:moveTo>
                <a:cubicBezTo>
                  <a:pt x="194462" y="-38690"/>
                  <a:pt x="343810" y="31284"/>
                  <a:pt x="554607" y="0"/>
                </a:cubicBezTo>
                <a:cubicBezTo>
                  <a:pt x="765404" y="-31284"/>
                  <a:pt x="822632" y="50435"/>
                  <a:pt x="1042660" y="0"/>
                </a:cubicBezTo>
                <a:cubicBezTo>
                  <a:pt x="1262688" y="-50435"/>
                  <a:pt x="1329976" y="50523"/>
                  <a:pt x="1552898" y="0"/>
                </a:cubicBezTo>
                <a:cubicBezTo>
                  <a:pt x="1775820" y="-50523"/>
                  <a:pt x="1937959" y="71161"/>
                  <a:pt x="2218426" y="0"/>
                </a:cubicBezTo>
                <a:cubicBezTo>
                  <a:pt x="2231924" y="136264"/>
                  <a:pt x="2208187" y="207629"/>
                  <a:pt x="2218426" y="338554"/>
                </a:cubicBezTo>
                <a:cubicBezTo>
                  <a:pt x="2065996" y="361569"/>
                  <a:pt x="1861191" y="336106"/>
                  <a:pt x="1730372" y="338554"/>
                </a:cubicBezTo>
                <a:cubicBezTo>
                  <a:pt x="1599553" y="341002"/>
                  <a:pt x="1348744" y="280330"/>
                  <a:pt x="1197950" y="338554"/>
                </a:cubicBezTo>
                <a:cubicBezTo>
                  <a:pt x="1047156" y="396778"/>
                  <a:pt x="842766" y="327953"/>
                  <a:pt x="687712" y="338554"/>
                </a:cubicBezTo>
                <a:cubicBezTo>
                  <a:pt x="532658" y="349155"/>
                  <a:pt x="275652" y="262277"/>
                  <a:pt x="0" y="338554"/>
                </a:cubicBezTo>
                <a:cubicBezTo>
                  <a:pt x="-4061" y="256460"/>
                  <a:pt x="19578" y="97765"/>
                  <a:pt x="0" y="0"/>
                </a:cubicBezTo>
                <a:close/>
              </a:path>
            </a:pathLst>
          </a:custGeom>
          <a:noFill/>
          <a:ln w="38100">
            <a:solidFill>
              <a:srgbClr val="E6AF00"/>
            </a:solidFill>
            <a:extLst>
              <a:ext uri="{C807C97D-BFC1-408E-A445-0C87EB9F89A2}">
                <ask:lineSketchStyleProps xmlns:ask="http://schemas.microsoft.com/office/drawing/2018/sketchyshapes" sd="373667371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sz="1600" dirty="0"/>
              <a:t>Unknown Categories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0F61043-3285-4D65-86F3-699A9D16F9D7}"/>
              </a:ext>
            </a:extLst>
          </p:cNvPr>
          <p:cNvSpPr txBox="1"/>
          <p:nvPr/>
        </p:nvSpPr>
        <p:spPr>
          <a:xfrm>
            <a:off x="8359206" y="2935585"/>
            <a:ext cx="1828800" cy="307777"/>
          </a:xfrm>
          <a:custGeom>
            <a:avLst/>
            <a:gdLst>
              <a:gd name="connsiteX0" fmla="*/ 0 w 1828800"/>
              <a:gd name="connsiteY0" fmla="*/ 0 h 307777"/>
              <a:gd name="connsiteX1" fmla="*/ 609600 w 1828800"/>
              <a:gd name="connsiteY1" fmla="*/ 0 h 307777"/>
              <a:gd name="connsiteX2" fmla="*/ 1164336 w 1828800"/>
              <a:gd name="connsiteY2" fmla="*/ 0 h 307777"/>
              <a:gd name="connsiteX3" fmla="*/ 1828800 w 1828800"/>
              <a:gd name="connsiteY3" fmla="*/ 0 h 307777"/>
              <a:gd name="connsiteX4" fmla="*/ 1828800 w 1828800"/>
              <a:gd name="connsiteY4" fmla="*/ 307777 h 307777"/>
              <a:gd name="connsiteX5" fmla="*/ 1182624 w 1828800"/>
              <a:gd name="connsiteY5" fmla="*/ 307777 h 307777"/>
              <a:gd name="connsiteX6" fmla="*/ 536448 w 1828800"/>
              <a:gd name="connsiteY6" fmla="*/ 307777 h 307777"/>
              <a:gd name="connsiteX7" fmla="*/ 0 w 1828800"/>
              <a:gd name="connsiteY7" fmla="*/ 307777 h 307777"/>
              <a:gd name="connsiteX8" fmla="*/ 0 w 1828800"/>
              <a:gd name="connsiteY8" fmla="*/ 0 h 307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28800" h="307777" fill="none" extrusionOk="0">
                <a:moveTo>
                  <a:pt x="0" y="0"/>
                </a:moveTo>
                <a:cubicBezTo>
                  <a:pt x="171028" y="7279"/>
                  <a:pt x="404452" y="-21320"/>
                  <a:pt x="609600" y="0"/>
                </a:cubicBezTo>
                <a:cubicBezTo>
                  <a:pt x="814748" y="21320"/>
                  <a:pt x="948218" y="8707"/>
                  <a:pt x="1164336" y="0"/>
                </a:cubicBezTo>
                <a:cubicBezTo>
                  <a:pt x="1380454" y="-8707"/>
                  <a:pt x="1532918" y="21371"/>
                  <a:pt x="1828800" y="0"/>
                </a:cubicBezTo>
                <a:cubicBezTo>
                  <a:pt x="1843227" y="126816"/>
                  <a:pt x="1833638" y="187290"/>
                  <a:pt x="1828800" y="307777"/>
                </a:cubicBezTo>
                <a:cubicBezTo>
                  <a:pt x="1520176" y="300708"/>
                  <a:pt x="1390106" y="280066"/>
                  <a:pt x="1182624" y="307777"/>
                </a:cubicBezTo>
                <a:cubicBezTo>
                  <a:pt x="975142" y="335488"/>
                  <a:pt x="787796" y="334013"/>
                  <a:pt x="536448" y="307777"/>
                </a:cubicBezTo>
                <a:cubicBezTo>
                  <a:pt x="285100" y="281541"/>
                  <a:pt x="127026" y="303981"/>
                  <a:pt x="0" y="307777"/>
                </a:cubicBezTo>
                <a:cubicBezTo>
                  <a:pt x="-9071" y="176708"/>
                  <a:pt x="8229" y="128170"/>
                  <a:pt x="0" y="0"/>
                </a:cubicBezTo>
                <a:close/>
              </a:path>
              <a:path w="1828800" h="307777" stroke="0" extrusionOk="0">
                <a:moveTo>
                  <a:pt x="0" y="0"/>
                </a:moveTo>
                <a:cubicBezTo>
                  <a:pt x="223666" y="-9028"/>
                  <a:pt x="436638" y="11946"/>
                  <a:pt x="591312" y="0"/>
                </a:cubicBezTo>
                <a:cubicBezTo>
                  <a:pt x="745986" y="-11946"/>
                  <a:pt x="1021983" y="10638"/>
                  <a:pt x="1219200" y="0"/>
                </a:cubicBezTo>
                <a:cubicBezTo>
                  <a:pt x="1416417" y="-10638"/>
                  <a:pt x="1528771" y="13439"/>
                  <a:pt x="1828800" y="0"/>
                </a:cubicBezTo>
                <a:cubicBezTo>
                  <a:pt x="1838632" y="139411"/>
                  <a:pt x="1817494" y="225341"/>
                  <a:pt x="1828800" y="307777"/>
                </a:cubicBezTo>
                <a:cubicBezTo>
                  <a:pt x="1582355" y="302742"/>
                  <a:pt x="1379343" y="327148"/>
                  <a:pt x="1182624" y="307777"/>
                </a:cubicBezTo>
                <a:cubicBezTo>
                  <a:pt x="985905" y="288406"/>
                  <a:pt x="846729" y="317190"/>
                  <a:pt x="591312" y="307777"/>
                </a:cubicBezTo>
                <a:cubicBezTo>
                  <a:pt x="335895" y="298364"/>
                  <a:pt x="287221" y="310959"/>
                  <a:pt x="0" y="307777"/>
                </a:cubicBezTo>
                <a:cubicBezTo>
                  <a:pt x="3227" y="222000"/>
                  <a:pt x="14135" y="93123"/>
                  <a:pt x="0" y="0"/>
                </a:cubicBezTo>
                <a:close/>
              </a:path>
            </a:pathLst>
          </a:custGeom>
          <a:solidFill>
            <a:srgbClr val="336D92"/>
          </a:solidFill>
          <a:ln>
            <a:extLst>
              <a:ext uri="{C807C97D-BFC1-408E-A445-0C87EB9F89A2}">
                <ask:lineSketchStyleProps xmlns:ask="http://schemas.microsoft.com/office/drawing/2018/sketchyshapes" sd="227250565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de-DE"/>
            </a:defPPr>
            <a:lvl1pPr algn="ctr">
              <a:defRPr b="1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dirty="0"/>
              <a:t>Scaling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DB2A957-C869-4686-8825-C0E439B3FC53}"/>
              </a:ext>
            </a:extLst>
          </p:cNvPr>
          <p:cNvSpPr txBox="1"/>
          <p:nvPr/>
        </p:nvSpPr>
        <p:spPr>
          <a:xfrm>
            <a:off x="9763200" y="4368953"/>
            <a:ext cx="1828800" cy="338554"/>
          </a:xfrm>
          <a:custGeom>
            <a:avLst/>
            <a:gdLst>
              <a:gd name="connsiteX0" fmla="*/ 0 w 1828800"/>
              <a:gd name="connsiteY0" fmla="*/ 0 h 338554"/>
              <a:gd name="connsiteX1" fmla="*/ 457200 w 1828800"/>
              <a:gd name="connsiteY1" fmla="*/ 0 h 338554"/>
              <a:gd name="connsiteX2" fmla="*/ 859536 w 1828800"/>
              <a:gd name="connsiteY2" fmla="*/ 0 h 338554"/>
              <a:gd name="connsiteX3" fmla="*/ 1280160 w 1828800"/>
              <a:gd name="connsiteY3" fmla="*/ 0 h 338554"/>
              <a:gd name="connsiteX4" fmla="*/ 1828800 w 1828800"/>
              <a:gd name="connsiteY4" fmla="*/ 0 h 338554"/>
              <a:gd name="connsiteX5" fmla="*/ 1828800 w 1828800"/>
              <a:gd name="connsiteY5" fmla="*/ 338554 h 338554"/>
              <a:gd name="connsiteX6" fmla="*/ 1426464 w 1828800"/>
              <a:gd name="connsiteY6" fmla="*/ 338554 h 338554"/>
              <a:gd name="connsiteX7" fmla="*/ 987552 w 1828800"/>
              <a:gd name="connsiteY7" fmla="*/ 338554 h 338554"/>
              <a:gd name="connsiteX8" fmla="*/ 566928 w 1828800"/>
              <a:gd name="connsiteY8" fmla="*/ 338554 h 338554"/>
              <a:gd name="connsiteX9" fmla="*/ 0 w 1828800"/>
              <a:gd name="connsiteY9" fmla="*/ 338554 h 338554"/>
              <a:gd name="connsiteX10" fmla="*/ 0 w 1828800"/>
              <a:gd name="connsiteY10" fmla="*/ 0 h 338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828800" h="338554" extrusionOk="0">
                <a:moveTo>
                  <a:pt x="0" y="0"/>
                </a:moveTo>
                <a:cubicBezTo>
                  <a:pt x="112642" y="-32120"/>
                  <a:pt x="268794" y="30658"/>
                  <a:pt x="457200" y="0"/>
                </a:cubicBezTo>
                <a:cubicBezTo>
                  <a:pt x="645606" y="-30658"/>
                  <a:pt x="666221" y="15915"/>
                  <a:pt x="859536" y="0"/>
                </a:cubicBezTo>
                <a:cubicBezTo>
                  <a:pt x="1052851" y="-15915"/>
                  <a:pt x="1078723" y="2266"/>
                  <a:pt x="1280160" y="0"/>
                </a:cubicBezTo>
                <a:cubicBezTo>
                  <a:pt x="1481597" y="-2266"/>
                  <a:pt x="1630190" y="31716"/>
                  <a:pt x="1828800" y="0"/>
                </a:cubicBezTo>
                <a:cubicBezTo>
                  <a:pt x="1842298" y="136264"/>
                  <a:pt x="1818561" y="207629"/>
                  <a:pt x="1828800" y="338554"/>
                </a:cubicBezTo>
                <a:cubicBezTo>
                  <a:pt x="1672050" y="371206"/>
                  <a:pt x="1516387" y="301118"/>
                  <a:pt x="1426464" y="338554"/>
                </a:cubicBezTo>
                <a:cubicBezTo>
                  <a:pt x="1336541" y="375990"/>
                  <a:pt x="1145809" y="314423"/>
                  <a:pt x="987552" y="338554"/>
                </a:cubicBezTo>
                <a:cubicBezTo>
                  <a:pt x="829295" y="362685"/>
                  <a:pt x="721125" y="328287"/>
                  <a:pt x="566928" y="338554"/>
                </a:cubicBezTo>
                <a:cubicBezTo>
                  <a:pt x="412731" y="348821"/>
                  <a:pt x="230399" y="316698"/>
                  <a:pt x="0" y="338554"/>
                </a:cubicBezTo>
                <a:cubicBezTo>
                  <a:pt x="-4061" y="256460"/>
                  <a:pt x="19578" y="97765"/>
                  <a:pt x="0" y="0"/>
                </a:cubicBezTo>
                <a:close/>
              </a:path>
            </a:pathLst>
          </a:custGeom>
          <a:noFill/>
          <a:ln w="38100">
            <a:solidFill>
              <a:srgbClr val="336D92"/>
            </a:solidFill>
            <a:extLst>
              <a:ext uri="{C807C97D-BFC1-408E-A445-0C87EB9F89A2}">
                <ask:lineSketchStyleProps xmlns:ask="http://schemas.microsoft.com/office/drawing/2018/sketchyshapes" sd="373667371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sz="1600" dirty="0" err="1"/>
              <a:t>Uns</a:t>
            </a:r>
            <a:r>
              <a:rPr sz="1600" dirty="0" err="1"/>
              <a:t>upervised</a:t>
            </a:r>
            <a:r>
              <a:rPr lang="en-GB" sz="1600" dirty="0"/>
              <a:t> ML</a:t>
            </a:r>
            <a:endParaRPr sz="16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9E06531-E86A-454A-96FE-9B49F1EF1D3E}"/>
              </a:ext>
            </a:extLst>
          </p:cNvPr>
          <p:cNvSpPr txBox="1"/>
          <p:nvPr/>
        </p:nvSpPr>
        <p:spPr>
          <a:xfrm>
            <a:off x="7163545" y="4373812"/>
            <a:ext cx="1920814" cy="338554"/>
          </a:xfrm>
          <a:custGeom>
            <a:avLst/>
            <a:gdLst>
              <a:gd name="connsiteX0" fmla="*/ 0 w 1920814"/>
              <a:gd name="connsiteY0" fmla="*/ 0 h 338554"/>
              <a:gd name="connsiteX1" fmla="*/ 480204 w 1920814"/>
              <a:gd name="connsiteY1" fmla="*/ 0 h 338554"/>
              <a:gd name="connsiteX2" fmla="*/ 902783 w 1920814"/>
              <a:gd name="connsiteY2" fmla="*/ 0 h 338554"/>
              <a:gd name="connsiteX3" fmla="*/ 1344570 w 1920814"/>
              <a:gd name="connsiteY3" fmla="*/ 0 h 338554"/>
              <a:gd name="connsiteX4" fmla="*/ 1920814 w 1920814"/>
              <a:gd name="connsiteY4" fmla="*/ 0 h 338554"/>
              <a:gd name="connsiteX5" fmla="*/ 1920814 w 1920814"/>
              <a:gd name="connsiteY5" fmla="*/ 338554 h 338554"/>
              <a:gd name="connsiteX6" fmla="*/ 1498235 w 1920814"/>
              <a:gd name="connsiteY6" fmla="*/ 338554 h 338554"/>
              <a:gd name="connsiteX7" fmla="*/ 1037240 w 1920814"/>
              <a:gd name="connsiteY7" fmla="*/ 338554 h 338554"/>
              <a:gd name="connsiteX8" fmla="*/ 595452 w 1920814"/>
              <a:gd name="connsiteY8" fmla="*/ 338554 h 338554"/>
              <a:gd name="connsiteX9" fmla="*/ 0 w 1920814"/>
              <a:gd name="connsiteY9" fmla="*/ 338554 h 338554"/>
              <a:gd name="connsiteX10" fmla="*/ 0 w 1920814"/>
              <a:gd name="connsiteY10" fmla="*/ 0 h 338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20814" h="338554" extrusionOk="0">
                <a:moveTo>
                  <a:pt x="0" y="0"/>
                </a:moveTo>
                <a:cubicBezTo>
                  <a:pt x="222134" y="-40553"/>
                  <a:pt x="362177" y="37410"/>
                  <a:pt x="480204" y="0"/>
                </a:cubicBezTo>
                <a:cubicBezTo>
                  <a:pt x="598231" y="-37410"/>
                  <a:pt x="734382" y="42710"/>
                  <a:pt x="902783" y="0"/>
                </a:cubicBezTo>
                <a:cubicBezTo>
                  <a:pt x="1071184" y="-42710"/>
                  <a:pt x="1161411" y="42969"/>
                  <a:pt x="1344570" y="0"/>
                </a:cubicBezTo>
                <a:cubicBezTo>
                  <a:pt x="1527729" y="-42969"/>
                  <a:pt x="1732713" y="55722"/>
                  <a:pt x="1920814" y="0"/>
                </a:cubicBezTo>
                <a:cubicBezTo>
                  <a:pt x="1934312" y="136264"/>
                  <a:pt x="1910575" y="207629"/>
                  <a:pt x="1920814" y="338554"/>
                </a:cubicBezTo>
                <a:cubicBezTo>
                  <a:pt x="1815635" y="373644"/>
                  <a:pt x="1682205" y="337546"/>
                  <a:pt x="1498235" y="338554"/>
                </a:cubicBezTo>
                <a:cubicBezTo>
                  <a:pt x="1314265" y="339562"/>
                  <a:pt x="1209261" y="322526"/>
                  <a:pt x="1037240" y="338554"/>
                </a:cubicBezTo>
                <a:cubicBezTo>
                  <a:pt x="865219" y="354582"/>
                  <a:pt x="788324" y="316042"/>
                  <a:pt x="595452" y="338554"/>
                </a:cubicBezTo>
                <a:cubicBezTo>
                  <a:pt x="402580" y="361066"/>
                  <a:pt x="177726" y="328085"/>
                  <a:pt x="0" y="338554"/>
                </a:cubicBezTo>
                <a:cubicBezTo>
                  <a:pt x="-4061" y="256460"/>
                  <a:pt x="19578" y="97765"/>
                  <a:pt x="0" y="0"/>
                </a:cubicBezTo>
                <a:close/>
              </a:path>
            </a:pathLst>
          </a:custGeom>
          <a:noFill/>
          <a:ln w="38100">
            <a:solidFill>
              <a:srgbClr val="336D92"/>
            </a:solidFill>
            <a:extLst>
              <a:ext uri="{C807C97D-BFC1-408E-A445-0C87EB9F89A2}">
                <ask:lineSketchStyleProps xmlns:ask="http://schemas.microsoft.com/office/drawing/2018/sketchyshapes" sd="373667371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sz="1600" dirty="0"/>
              <a:t>S</a:t>
            </a:r>
            <a:r>
              <a:rPr sz="1600" dirty="0" err="1"/>
              <a:t>upervise</a:t>
            </a:r>
            <a:r>
              <a:rPr lang="en-GB" sz="1600" dirty="0"/>
              <a:t>d ML</a:t>
            </a:r>
            <a:endParaRPr sz="1600" dirty="0"/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B06F0B0-A8E1-4860-94AC-C9D6776451D8}"/>
              </a:ext>
            </a:extLst>
          </p:cNvPr>
          <p:cNvCxnSpPr>
            <a:cxnSpLocks/>
            <a:stCxn id="66" idx="3"/>
            <a:endCxn id="55" idx="1"/>
          </p:cNvCxnSpPr>
          <p:nvPr/>
        </p:nvCxnSpPr>
        <p:spPr>
          <a:xfrm>
            <a:off x="3092853" y="1945170"/>
            <a:ext cx="546776" cy="149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73141806-9EDF-432A-B75E-86346369653E}"/>
              </a:ext>
            </a:extLst>
          </p:cNvPr>
          <p:cNvCxnSpPr>
            <a:stCxn id="55" idx="3"/>
            <a:endCxn id="56" idx="0"/>
          </p:cNvCxnSpPr>
          <p:nvPr/>
        </p:nvCxnSpPr>
        <p:spPr>
          <a:xfrm>
            <a:off x="5468429" y="1960117"/>
            <a:ext cx="1192341" cy="28298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956318B6-72F7-4E9A-A25F-E2A0E08D37F5}"/>
              </a:ext>
            </a:extLst>
          </p:cNvPr>
          <p:cNvCxnSpPr>
            <a:cxnSpLocks/>
            <a:stCxn id="56" idx="2"/>
            <a:endCxn id="57" idx="0"/>
          </p:cNvCxnSpPr>
          <p:nvPr/>
        </p:nvCxnSpPr>
        <p:spPr>
          <a:xfrm rot="5400000">
            <a:off x="5157961" y="1432776"/>
            <a:ext cx="384702" cy="262091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8BA2B975-7991-4219-837C-B70BFD85B29E}"/>
              </a:ext>
            </a:extLst>
          </p:cNvPr>
          <p:cNvSpPr txBox="1"/>
          <p:nvPr/>
        </p:nvSpPr>
        <p:spPr>
          <a:xfrm>
            <a:off x="1264053" y="1760504"/>
            <a:ext cx="1828800" cy="369332"/>
          </a:xfrm>
          <a:custGeom>
            <a:avLst/>
            <a:gdLst>
              <a:gd name="connsiteX0" fmla="*/ 0 w 1828800"/>
              <a:gd name="connsiteY0" fmla="*/ 0 h 369332"/>
              <a:gd name="connsiteX1" fmla="*/ 646176 w 1828800"/>
              <a:gd name="connsiteY1" fmla="*/ 0 h 369332"/>
              <a:gd name="connsiteX2" fmla="*/ 1219200 w 1828800"/>
              <a:gd name="connsiteY2" fmla="*/ 0 h 369332"/>
              <a:gd name="connsiteX3" fmla="*/ 1828800 w 1828800"/>
              <a:gd name="connsiteY3" fmla="*/ 0 h 369332"/>
              <a:gd name="connsiteX4" fmla="*/ 1828800 w 1828800"/>
              <a:gd name="connsiteY4" fmla="*/ 369332 h 369332"/>
              <a:gd name="connsiteX5" fmla="*/ 1182624 w 1828800"/>
              <a:gd name="connsiteY5" fmla="*/ 369332 h 369332"/>
              <a:gd name="connsiteX6" fmla="*/ 573024 w 1828800"/>
              <a:gd name="connsiteY6" fmla="*/ 369332 h 369332"/>
              <a:gd name="connsiteX7" fmla="*/ 0 w 1828800"/>
              <a:gd name="connsiteY7" fmla="*/ 369332 h 369332"/>
              <a:gd name="connsiteX8" fmla="*/ 0 w 1828800"/>
              <a:gd name="connsiteY8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28800" h="369332" fill="none" extrusionOk="0">
                <a:moveTo>
                  <a:pt x="0" y="0"/>
                </a:moveTo>
                <a:cubicBezTo>
                  <a:pt x="286605" y="-14442"/>
                  <a:pt x="336398" y="11746"/>
                  <a:pt x="646176" y="0"/>
                </a:cubicBezTo>
                <a:cubicBezTo>
                  <a:pt x="955954" y="-11746"/>
                  <a:pt x="1034773" y="-21758"/>
                  <a:pt x="1219200" y="0"/>
                </a:cubicBezTo>
                <a:cubicBezTo>
                  <a:pt x="1403627" y="21758"/>
                  <a:pt x="1566933" y="-6290"/>
                  <a:pt x="1828800" y="0"/>
                </a:cubicBezTo>
                <a:cubicBezTo>
                  <a:pt x="1843596" y="128329"/>
                  <a:pt x="1825736" y="281279"/>
                  <a:pt x="1828800" y="369332"/>
                </a:cubicBezTo>
                <a:cubicBezTo>
                  <a:pt x="1508321" y="354811"/>
                  <a:pt x="1317882" y="393491"/>
                  <a:pt x="1182624" y="369332"/>
                </a:cubicBezTo>
                <a:cubicBezTo>
                  <a:pt x="1047366" y="345173"/>
                  <a:pt x="754869" y="368439"/>
                  <a:pt x="573024" y="369332"/>
                </a:cubicBezTo>
                <a:cubicBezTo>
                  <a:pt x="391179" y="370225"/>
                  <a:pt x="140326" y="360811"/>
                  <a:pt x="0" y="369332"/>
                </a:cubicBezTo>
                <a:cubicBezTo>
                  <a:pt x="14693" y="194832"/>
                  <a:pt x="-5338" y="115888"/>
                  <a:pt x="0" y="0"/>
                </a:cubicBezTo>
                <a:close/>
              </a:path>
              <a:path w="1828800" h="369332" stroke="0" extrusionOk="0">
                <a:moveTo>
                  <a:pt x="0" y="0"/>
                </a:moveTo>
                <a:cubicBezTo>
                  <a:pt x="247623" y="16798"/>
                  <a:pt x="302434" y="-20480"/>
                  <a:pt x="573024" y="0"/>
                </a:cubicBezTo>
                <a:cubicBezTo>
                  <a:pt x="843614" y="20480"/>
                  <a:pt x="1042940" y="-18222"/>
                  <a:pt x="1164336" y="0"/>
                </a:cubicBezTo>
                <a:cubicBezTo>
                  <a:pt x="1285732" y="18222"/>
                  <a:pt x="1591570" y="-16394"/>
                  <a:pt x="1828800" y="0"/>
                </a:cubicBezTo>
                <a:cubicBezTo>
                  <a:pt x="1811817" y="85568"/>
                  <a:pt x="1815663" y="246786"/>
                  <a:pt x="1828800" y="369332"/>
                </a:cubicBezTo>
                <a:cubicBezTo>
                  <a:pt x="1700772" y="394966"/>
                  <a:pt x="1408277" y="394523"/>
                  <a:pt x="1237488" y="369332"/>
                </a:cubicBezTo>
                <a:cubicBezTo>
                  <a:pt x="1066699" y="344141"/>
                  <a:pt x="787096" y="352958"/>
                  <a:pt x="591312" y="369332"/>
                </a:cubicBezTo>
                <a:cubicBezTo>
                  <a:pt x="395528" y="385706"/>
                  <a:pt x="237868" y="387646"/>
                  <a:pt x="0" y="369332"/>
                </a:cubicBezTo>
                <a:cubicBezTo>
                  <a:pt x="2491" y="283553"/>
                  <a:pt x="4609" y="113202"/>
                  <a:pt x="0" y="0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315266199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 b="1"/>
            </a:lvl1pPr>
          </a:lstStyle>
          <a:p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 collection</a:t>
            </a:r>
          </a:p>
        </p:txBody>
      </p: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9F429E8E-58AD-49E9-A1BB-FE46D62F77DB}"/>
              </a:ext>
            </a:extLst>
          </p:cNvPr>
          <p:cNvCxnSpPr>
            <a:cxnSpLocks/>
            <a:stCxn id="60" idx="2"/>
            <a:endCxn id="62" idx="0"/>
          </p:cNvCxnSpPr>
          <p:nvPr/>
        </p:nvCxnSpPr>
        <p:spPr>
          <a:xfrm rot="5400000">
            <a:off x="8133554" y="3233760"/>
            <a:ext cx="1130450" cy="1149654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157DEE15-771C-4EF8-A3F1-48B6D7655669}"/>
              </a:ext>
            </a:extLst>
          </p:cNvPr>
          <p:cNvCxnSpPr>
            <a:stCxn id="60" idx="2"/>
            <a:endCxn id="61" idx="0"/>
          </p:cNvCxnSpPr>
          <p:nvPr/>
        </p:nvCxnSpPr>
        <p:spPr>
          <a:xfrm rot="16200000" flipH="1">
            <a:off x="9412808" y="3104160"/>
            <a:ext cx="1125591" cy="1403994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1A4E665C-80E3-4E20-8A70-B25D135AFFE9}"/>
              </a:ext>
            </a:extLst>
          </p:cNvPr>
          <p:cNvCxnSpPr>
            <a:cxnSpLocks/>
            <a:stCxn id="60" idx="2"/>
            <a:endCxn id="137" idx="0"/>
          </p:cNvCxnSpPr>
          <p:nvPr/>
        </p:nvCxnSpPr>
        <p:spPr>
          <a:xfrm>
            <a:off x="9273606" y="3243362"/>
            <a:ext cx="0" cy="16930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1A4779EF-5E4D-4F2D-96C4-CB3A6207EEF3}"/>
              </a:ext>
            </a:extLst>
          </p:cNvPr>
          <p:cNvCxnSpPr>
            <a:cxnSpLocks/>
            <a:stCxn id="58" idx="2"/>
            <a:endCxn id="74" idx="0"/>
          </p:cNvCxnSpPr>
          <p:nvPr/>
        </p:nvCxnSpPr>
        <p:spPr>
          <a:xfrm rot="5400000">
            <a:off x="1845099" y="3992592"/>
            <a:ext cx="785676" cy="97156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5248B071-7DB2-48A3-8106-1A6506EFCFB6}"/>
              </a:ext>
            </a:extLst>
          </p:cNvPr>
          <p:cNvCxnSpPr>
            <a:cxnSpLocks/>
            <a:stCxn id="58" idx="2"/>
            <a:endCxn id="73" idx="0"/>
          </p:cNvCxnSpPr>
          <p:nvPr/>
        </p:nvCxnSpPr>
        <p:spPr>
          <a:xfrm rot="16200000" flipH="1">
            <a:off x="3022446" y="3786809"/>
            <a:ext cx="785676" cy="138313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8B8B4D56-4063-44B7-944D-FD59D19241A3}"/>
              </a:ext>
            </a:extLst>
          </p:cNvPr>
          <p:cNvCxnSpPr>
            <a:cxnSpLocks/>
            <a:stCxn id="59" idx="2"/>
            <a:endCxn id="75" idx="0"/>
          </p:cNvCxnSpPr>
          <p:nvPr/>
        </p:nvCxnSpPr>
        <p:spPr>
          <a:xfrm rot="16200000" flipH="1">
            <a:off x="5546912" y="3845186"/>
            <a:ext cx="790379" cy="127108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B0FEF8BC-9BD2-46FD-BA4F-2068BD0A053C}"/>
              </a:ext>
            </a:extLst>
          </p:cNvPr>
          <p:cNvSpPr txBox="1"/>
          <p:nvPr/>
        </p:nvSpPr>
        <p:spPr>
          <a:xfrm>
            <a:off x="2997636" y="4871212"/>
            <a:ext cx="2218426" cy="338554"/>
          </a:xfrm>
          <a:custGeom>
            <a:avLst/>
            <a:gdLst>
              <a:gd name="connsiteX0" fmla="*/ 0 w 2218426"/>
              <a:gd name="connsiteY0" fmla="*/ 0 h 338554"/>
              <a:gd name="connsiteX1" fmla="*/ 510238 w 2218426"/>
              <a:gd name="connsiteY1" fmla="*/ 0 h 338554"/>
              <a:gd name="connsiteX2" fmla="*/ 1109213 w 2218426"/>
              <a:gd name="connsiteY2" fmla="*/ 0 h 338554"/>
              <a:gd name="connsiteX3" fmla="*/ 1708188 w 2218426"/>
              <a:gd name="connsiteY3" fmla="*/ 0 h 338554"/>
              <a:gd name="connsiteX4" fmla="*/ 2218426 w 2218426"/>
              <a:gd name="connsiteY4" fmla="*/ 0 h 338554"/>
              <a:gd name="connsiteX5" fmla="*/ 2218426 w 2218426"/>
              <a:gd name="connsiteY5" fmla="*/ 338554 h 338554"/>
              <a:gd name="connsiteX6" fmla="*/ 1708188 w 2218426"/>
              <a:gd name="connsiteY6" fmla="*/ 338554 h 338554"/>
              <a:gd name="connsiteX7" fmla="*/ 1175766 w 2218426"/>
              <a:gd name="connsiteY7" fmla="*/ 338554 h 338554"/>
              <a:gd name="connsiteX8" fmla="*/ 621159 w 2218426"/>
              <a:gd name="connsiteY8" fmla="*/ 338554 h 338554"/>
              <a:gd name="connsiteX9" fmla="*/ 0 w 2218426"/>
              <a:gd name="connsiteY9" fmla="*/ 338554 h 338554"/>
              <a:gd name="connsiteX10" fmla="*/ 0 w 2218426"/>
              <a:gd name="connsiteY10" fmla="*/ 0 h 338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18426" h="338554" extrusionOk="0">
                <a:moveTo>
                  <a:pt x="0" y="0"/>
                </a:moveTo>
                <a:cubicBezTo>
                  <a:pt x="125348" y="-15840"/>
                  <a:pt x="394878" y="29909"/>
                  <a:pt x="510238" y="0"/>
                </a:cubicBezTo>
                <a:cubicBezTo>
                  <a:pt x="625598" y="-29909"/>
                  <a:pt x="912291" y="46245"/>
                  <a:pt x="1109213" y="0"/>
                </a:cubicBezTo>
                <a:cubicBezTo>
                  <a:pt x="1306136" y="-46245"/>
                  <a:pt x="1559608" y="38457"/>
                  <a:pt x="1708188" y="0"/>
                </a:cubicBezTo>
                <a:cubicBezTo>
                  <a:pt x="1856769" y="-38457"/>
                  <a:pt x="2048524" y="39746"/>
                  <a:pt x="2218426" y="0"/>
                </a:cubicBezTo>
                <a:cubicBezTo>
                  <a:pt x="2222529" y="165101"/>
                  <a:pt x="2195803" y="251639"/>
                  <a:pt x="2218426" y="338554"/>
                </a:cubicBezTo>
                <a:cubicBezTo>
                  <a:pt x="2061865" y="384832"/>
                  <a:pt x="1920234" y="312054"/>
                  <a:pt x="1708188" y="338554"/>
                </a:cubicBezTo>
                <a:cubicBezTo>
                  <a:pt x="1496142" y="365054"/>
                  <a:pt x="1422820" y="285900"/>
                  <a:pt x="1175766" y="338554"/>
                </a:cubicBezTo>
                <a:cubicBezTo>
                  <a:pt x="928712" y="391208"/>
                  <a:pt x="861320" y="301076"/>
                  <a:pt x="621159" y="338554"/>
                </a:cubicBezTo>
                <a:cubicBezTo>
                  <a:pt x="380998" y="376032"/>
                  <a:pt x="130056" y="295022"/>
                  <a:pt x="0" y="338554"/>
                </a:cubicBezTo>
                <a:cubicBezTo>
                  <a:pt x="-35821" y="200341"/>
                  <a:pt x="39719" y="128243"/>
                  <a:pt x="0" y="0"/>
                </a:cubicBezTo>
                <a:close/>
              </a:path>
            </a:pathLst>
          </a:custGeom>
          <a:noFill/>
          <a:ln w="38100">
            <a:solidFill>
              <a:srgbClr val="E6AF00"/>
            </a:solidFill>
            <a:extLst>
              <a:ext uri="{C807C97D-BFC1-408E-A445-0C87EB9F89A2}">
                <ask:lineSketchStyleProps xmlns:ask="http://schemas.microsoft.com/office/drawing/2018/sketchyshapes" sd="19591507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 b="1"/>
            </a:lvl1pPr>
          </a:lstStyle>
          <a:p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Supervised ML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4FC5286-F134-4146-BA7F-B3C7ADA13ED5}"/>
              </a:ext>
            </a:extLst>
          </p:cNvPr>
          <p:cNvSpPr txBox="1"/>
          <p:nvPr/>
        </p:nvSpPr>
        <p:spPr>
          <a:xfrm>
            <a:off x="642941" y="4871212"/>
            <a:ext cx="2218426" cy="338554"/>
          </a:xfrm>
          <a:custGeom>
            <a:avLst/>
            <a:gdLst>
              <a:gd name="connsiteX0" fmla="*/ 0 w 2218426"/>
              <a:gd name="connsiteY0" fmla="*/ 0 h 338554"/>
              <a:gd name="connsiteX1" fmla="*/ 510238 w 2218426"/>
              <a:gd name="connsiteY1" fmla="*/ 0 h 338554"/>
              <a:gd name="connsiteX2" fmla="*/ 1109213 w 2218426"/>
              <a:gd name="connsiteY2" fmla="*/ 0 h 338554"/>
              <a:gd name="connsiteX3" fmla="*/ 1708188 w 2218426"/>
              <a:gd name="connsiteY3" fmla="*/ 0 h 338554"/>
              <a:gd name="connsiteX4" fmla="*/ 2218426 w 2218426"/>
              <a:gd name="connsiteY4" fmla="*/ 0 h 338554"/>
              <a:gd name="connsiteX5" fmla="*/ 2218426 w 2218426"/>
              <a:gd name="connsiteY5" fmla="*/ 338554 h 338554"/>
              <a:gd name="connsiteX6" fmla="*/ 1708188 w 2218426"/>
              <a:gd name="connsiteY6" fmla="*/ 338554 h 338554"/>
              <a:gd name="connsiteX7" fmla="*/ 1175766 w 2218426"/>
              <a:gd name="connsiteY7" fmla="*/ 338554 h 338554"/>
              <a:gd name="connsiteX8" fmla="*/ 621159 w 2218426"/>
              <a:gd name="connsiteY8" fmla="*/ 338554 h 338554"/>
              <a:gd name="connsiteX9" fmla="*/ 0 w 2218426"/>
              <a:gd name="connsiteY9" fmla="*/ 338554 h 338554"/>
              <a:gd name="connsiteX10" fmla="*/ 0 w 2218426"/>
              <a:gd name="connsiteY10" fmla="*/ 0 h 338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18426" h="338554" extrusionOk="0">
                <a:moveTo>
                  <a:pt x="0" y="0"/>
                </a:moveTo>
                <a:cubicBezTo>
                  <a:pt x="125348" y="-15840"/>
                  <a:pt x="394878" y="29909"/>
                  <a:pt x="510238" y="0"/>
                </a:cubicBezTo>
                <a:cubicBezTo>
                  <a:pt x="625598" y="-29909"/>
                  <a:pt x="912291" y="46245"/>
                  <a:pt x="1109213" y="0"/>
                </a:cubicBezTo>
                <a:cubicBezTo>
                  <a:pt x="1306136" y="-46245"/>
                  <a:pt x="1559608" y="38457"/>
                  <a:pt x="1708188" y="0"/>
                </a:cubicBezTo>
                <a:cubicBezTo>
                  <a:pt x="1856769" y="-38457"/>
                  <a:pt x="2048524" y="39746"/>
                  <a:pt x="2218426" y="0"/>
                </a:cubicBezTo>
                <a:cubicBezTo>
                  <a:pt x="2222529" y="165101"/>
                  <a:pt x="2195803" y="251639"/>
                  <a:pt x="2218426" y="338554"/>
                </a:cubicBezTo>
                <a:cubicBezTo>
                  <a:pt x="2061865" y="384832"/>
                  <a:pt x="1920234" y="312054"/>
                  <a:pt x="1708188" y="338554"/>
                </a:cubicBezTo>
                <a:cubicBezTo>
                  <a:pt x="1496142" y="365054"/>
                  <a:pt x="1422820" y="285900"/>
                  <a:pt x="1175766" y="338554"/>
                </a:cubicBezTo>
                <a:cubicBezTo>
                  <a:pt x="928712" y="391208"/>
                  <a:pt x="861320" y="301076"/>
                  <a:pt x="621159" y="338554"/>
                </a:cubicBezTo>
                <a:cubicBezTo>
                  <a:pt x="380998" y="376032"/>
                  <a:pt x="130056" y="295022"/>
                  <a:pt x="0" y="338554"/>
                </a:cubicBezTo>
                <a:cubicBezTo>
                  <a:pt x="-35821" y="200341"/>
                  <a:pt x="39719" y="128243"/>
                  <a:pt x="0" y="0"/>
                </a:cubicBezTo>
                <a:close/>
              </a:path>
            </a:pathLst>
          </a:custGeom>
          <a:noFill/>
          <a:ln w="38100">
            <a:solidFill>
              <a:srgbClr val="E6AF00"/>
            </a:solidFill>
            <a:extLst>
              <a:ext uri="{C807C97D-BFC1-408E-A445-0C87EB9F89A2}">
                <ask:lineSketchStyleProps xmlns:ask="http://schemas.microsoft.com/office/drawing/2018/sketchyshapes" sd="19591507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 b="1"/>
            </a:lvl1pPr>
          </a:lstStyle>
          <a:p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Dictionary Methods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B2D945E-370E-44CB-B941-87C311042215}"/>
              </a:ext>
            </a:extLst>
          </p:cNvPr>
          <p:cNvSpPr txBox="1"/>
          <p:nvPr/>
        </p:nvSpPr>
        <p:spPr>
          <a:xfrm>
            <a:off x="5468429" y="4875917"/>
            <a:ext cx="2218426" cy="338554"/>
          </a:xfrm>
          <a:custGeom>
            <a:avLst/>
            <a:gdLst>
              <a:gd name="connsiteX0" fmla="*/ 0 w 2218426"/>
              <a:gd name="connsiteY0" fmla="*/ 0 h 338554"/>
              <a:gd name="connsiteX1" fmla="*/ 510238 w 2218426"/>
              <a:gd name="connsiteY1" fmla="*/ 0 h 338554"/>
              <a:gd name="connsiteX2" fmla="*/ 1109213 w 2218426"/>
              <a:gd name="connsiteY2" fmla="*/ 0 h 338554"/>
              <a:gd name="connsiteX3" fmla="*/ 1708188 w 2218426"/>
              <a:gd name="connsiteY3" fmla="*/ 0 h 338554"/>
              <a:gd name="connsiteX4" fmla="*/ 2218426 w 2218426"/>
              <a:gd name="connsiteY4" fmla="*/ 0 h 338554"/>
              <a:gd name="connsiteX5" fmla="*/ 2218426 w 2218426"/>
              <a:gd name="connsiteY5" fmla="*/ 338554 h 338554"/>
              <a:gd name="connsiteX6" fmla="*/ 1708188 w 2218426"/>
              <a:gd name="connsiteY6" fmla="*/ 338554 h 338554"/>
              <a:gd name="connsiteX7" fmla="*/ 1175766 w 2218426"/>
              <a:gd name="connsiteY7" fmla="*/ 338554 h 338554"/>
              <a:gd name="connsiteX8" fmla="*/ 621159 w 2218426"/>
              <a:gd name="connsiteY8" fmla="*/ 338554 h 338554"/>
              <a:gd name="connsiteX9" fmla="*/ 0 w 2218426"/>
              <a:gd name="connsiteY9" fmla="*/ 338554 h 338554"/>
              <a:gd name="connsiteX10" fmla="*/ 0 w 2218426"/>
              <a:gd name="connsiteY10" fmla="*/ 0 h 338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18426" h="338554" extrusionOk="0">
                <a:moveTo>
                  <a:pt x="0" y="0"/>
                </a:moveTo>
                <a:cubicBezTo>
                  <a:pt x="125348" y="-15840"/>
                  <a:pt x="394878" y="29909"/>
                  <a:pt x="510238" y="0"/>
                </a:cubicBezTo>
                <a:cubicBezTo>
                  <a:pt x="625598" y="-29909"/>
                  <a:pt x="912291" y="46245"/>
                  <a:pt x="1109213" y="0"/>
                </a:cubicBezTo>
                <a:cubicBezTo>
                  <a:pt x="1306136" y="-46245"/>
                  <a:pt x="1559608" y="38457"/>
                  <a:pt x="1708188" y="0"/>
                </a:cubicBezTo>
                <a:cubicBezTo>
                  <a:pt x="1856769" y="-38457"/>
                  <a:pt x="2048524" y="39746"/>
                  <a:pt x="2218426" y="0"/>
                </a:cubicBezTo>
                <a:cubicBezTo>
                  <a:pt x="2222529" y="165101"/>
                  <a:pt x="2195803" y="251639"/>
                  <a:pt x="2218426" y="338554"/>
                </a:cubicBezTo>
                <a:cubicBezTo>
                  <a:pt x="2061865" y="384832"/>
                  <a:pt x="1920234" y="312054"/>
                  <a:pt x="1708188" y="338554"/>
                </a:cubicBezTo>
                <a:cubicBezTo>
                  <a:pt x="1496142" y="365054"/>
                  <a:pt x="1422820" y="285900"/>
                  <a:pt x="1175766" y="338554"/>
                </a:cubicBezTo>
                <a:cubicBezTo>
                  <a:pt x="928712" y="391208"/>
                  <a:pt x="861320" y="301076"/>
                  <a:pt x="621159" y="338554"/>
                </a:cubicBezTo>
                <a:cubicBezTo>
                  <a:pt x="380998" y="376032"/>
                  <a:pt x="130056" y="295022"/>
                  <a:pt x="0" y="338554"/>
                </a:cubicBezTo>
                <a:cubicBezTo>
                  <a:pt x="-35821" y="200341"/>
                  <a:pt x="39719" y="128243"/>
                  <a:pt x="0" y="0"/>
                </a:cubicBezTo>
                <a:close/>
              </a:path>
            </a:pathLst>
          </a:custGeom>
          <a:noFill/>
          <a:ln w="38100">
            <a:solidFill>
              <a:srgbClr val="E6AF00"/>
            </a:solidFill>
            <a:extLst>
              <a:ext uri="{C807C97D-BFC1-408E-A445-0C87EB9F89A2}">
                <ask:lineSketchStyleProps xmlns:ask="http://schemas.microsoft.com/office/drawing/2018/sketchyshapes" sd="19591507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 b="1"/>
            </a:lvl1pPr>
          </a:lstStyle>
          <a:p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Unsupervised ML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6" name="Arrow: Bent 75">
            <a:extLst>
              <a:ext uri="{FF2B5EF4-FFF2-40B4-BE49-F238E27FC236}">
                <a16:creationId xmlns:a16="http://schemas.microsoft.com/office/drawing/2014/main" id="{C4F86084-FB58-4CC6-A365-52BDD59ECEBB}"/>
              </a:ext>
            </a:extLst>
          </p:cNvPr>
          <p:cNvSpPr/>
          <p:nvPr/>
        </p:nvSpPr>
        <p:spPr>
          <a:xfrm flipV="1">
            <a:off x="2907181" y="5598273"/>
            <a:ext cx="2671875" cy="444500"/>
          </a:xfrm>
          <a:prstGeom prst="bentArrow">
            <a:avLst>
              <a:gd name="adj1" fmla="val 25000"/>
              <a:gd name="adj2" fmla="val 25000"/>
              <a:gd name="adj3" fmla="val 39965"/>
              <a:gd name="adj4" fmla="val 4375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7" name="Arrow: Bent 76">
            <a:extLst>
              <a:ext uri="{FF2B5EF4-FFF2-40B4-BE49-F238E27FC236}">
                <a16:creationId xmlns:a16="http://schemas.microsoft.com/office/drawing/2014/main" id="{07DD3421-51AD-4303-B45D-65469F3B7978}"/>
              </a:ext>
            </a:extLst>
          </p:cNvPr>
          <p:cNvSpPr/>
          <p:nvPr/>
        </p:nvSpPr>
        <p:spPr>
          <a:xfrm flipH="1" flipV="1">
            <a:off x="7023269" y="5598271"/>
            <a:ext cx="2344849" cy="420103"/>
          </a:xfrm>
          <a:prstGeom prst="bentArrow">
            <a:avLst>
              <a:gd name="adj1" fmla="val 25000"/>
              <a:gd name="adj2" fmla="val 25000"/>
              <a:gd name="adj3" fmla="val 39965"/>
              <a:gd name="adj4" fmla="val 4375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509384E-80C1-4113-8B67-5CD82C3AE75E}"/>
              </a:ext>
            </a:extLst>
          </p:cNvPr>
          <p:cNvSpPr txBox="1"/>
          <p:nvPr/>
        </p:nvSpPr>
        <p:spPr>
          <a:xfrm>
            <a:off x="5695352" y="5598272"/>
            <a:ext cx="1211621" cy="584775"/>
          </a:xfrm>
          <a:custGeom>
            <a:avLst/>
            <a:gdLst>
              <a:gd name="connsiteX0" fmla="*/ 0 w 1211621"/>
              <a:gd name="connsiteY0" fmla="*/ 0 h 584775"/>
              <a:gd name="connsiteX1" fmla="*/ 605811 w 1211621"/>
              <a:gd name="connsiteY1" fmla="*/ 0 h 584775"/>
              <a:gd name="connsiteX2" fmla="*/ 1211621 w 1211621"/>
              <a:gd name="connsiteY2" fmla="*/ 0 h 584775"/>
              <a:gd name="connsiteX3" fmla="*/ 1211621 w 1211621"/>
              <a:gd name="connsiteY3" fmla="*/ 584775 h 584775"/>
              <a:gd name="connsiteX4" fmla="*/ 630043 w 1211621"/>
              <a:gd name="connsiteY4" fmla="*/ 584775 h 584775"/>
              <a:gd name="connsiteX5" fmla="*/ 0 w 1211621"/>
              <a:gd name="connsiteY5" fmla="*/ 584775 h 584775"/>
              <a:gd name="connsiteX6" fmla="*/ 0 w 1211621"/>
              <a:gd name="connsiteY6" fmla="*/ 0 h 584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1621" h="584775" fill="none" extrusionOk="0">
                <a:moveTo>
                  <a:pt x="0" y="0"/>
                </a:moveTo>
                <a:cubicBezTo>
                  <a:pt x="208536" y="24797"/>
                  <a:pt x="344090" y="6711"/>
                  <a:pt x="605811" y="0"/>
                </a:cubicBezTo>
                <a:cubicBezTo>
                  <a:pt x="867532" y="-6711"/>
                  <a:pt x="1015900" y="-16780"/>
                  <a:pt x="1211621" y="0"/>
                </a:cubicBezTo>
                <a:cubicBezTo>
                  <a:pt x="1206102" y="216644"/>
                  <a:pt x="1195503" y="360885"/>
                  <a:pt x="1211621" y="584775"/>
                </a:cubicBezTo>
                <a:cubicBezTo>
                  <a:pt x="1007080" y="570732"/>
                  <a:pt x="842021" y="613475"/>
                  <a:pt x="630043" y="584775"/>
                </a:cubicBezTo>
                <a:cubicBezTo>
                  <a:pt x="418065" y="556075"/>
                  <a:pt x="150166" y="563000"/>
                  <a:pt x="0" y="584775"/>
                </a:cubicBezTo>
                <a:cubicBezTo>
                  <a:pt x="19338" y="448850"/>
                  <a:pt x="4254" y="184406"/>
                  <a:pt x="0" y="0"/>
                </a:cubicBezTo>
                <a:close/>
              </a:path>
              <a:path w="1211621" h="584775" stroke="0" extrusionOk="0">
                <a:moveTo>
                  <a:pt x="0" y="0"/>
                </a:moveTo>
                <a:cubicBezTo>
                  <a:pt x="130548" y="-27436"/>
                  <a:pt x="477352" y="-10511"/>
                  <a:pt x="630043" y="0"/>
                </a:cubicBezTo>
                <a:cubicBezTo>
                  <a:pt x="782734" y="10511"/>
                  <a:pt x="1048303" y="-23242"/>
                  <a:pt x="1211621" y="0"/>
                </a:cubicBezTo>
                <a:cubicBezTo>
                  <a:pt x="1184118" y="249299"/>
                  <a:pt x="1192880" y="413117"/>
                  <a:pt x="1211621" y="584775"/>
                </a:cubicBezTo>
                <a:cubicBezTo>
                  <a:pt x="965000" y="575270"/>
                  <a:pt x="897149" y="606404"/>
                  <a:pt x="617927" y="584775"/>
                </a:cubicBezTo>
                <a:cubicBezTo>
                  <a:pt x="338705" y="563146"/>
                  <a:pt x="260904" y="561216"/>
                  <a:pt x="0" y="584775"/>
                </a:cubicBezTo>
                <a:cubicBezTo>
                  <a:pt x="13829" y="340904"/>
                  <a:pt x="6374" y="250375"/>
                  <a:pt x="0" y="0"/>
                </a:cubicBezTo>
                <a:close/>
              </a:path>
            </a:pathLst>
          </a:custGeom>
          <a:solidFill>
            <a:srgbClr val="7030A0"/>
          </a:solidFill>
          <a:ln w="28575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83223180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de-DE"/>
            </a:defPPr>
            <a:lvl1pPr algn="ctr">
              <a:defRPr b="1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sz="3200" dirty="0">
                <a:solidFill>
                  <a:schemeClr val="bg1"/>
                </a:solidFill>
              </a:rPr>
              <a:t>LLMs</a:t>
            </a:r>
            <a:endParaRPr sz="3200" dirty="0">
              <a:solidFill>
                <a:schemeClr val="bg1"/>
              </a:solidFill>
            </a:endParaRPr>
          </a:p>
        </p:txBody>
      </p:sp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id="{B07AACFB-D747-4910-9632-2C4C8B0EC449}"/>
              </a:ext>
            </a:extLst>
          </p:cNvPr>
          <p:cNvCxnSpPr>
            <a:cxnSpLocks/>
            <a:stCxn id="57" idx="2"/>
            <a:endCxn id="58" idx="0"/>
          </p:cNvCxnSpPr>
          <p:nvPr/>
        </p:nvCxnSpPr>
        <p:spPr>
          <a:xfrm rot="5400000">
            <a:off x="3129977" y="2837105"/>
            <a:ext cx="503620" cy="131613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29D67D22-8BF5-41D1-8B1F-E5AB6C297A41}"/>
              </a:ext>
            </a:extLst>
          </p:cNvPr>
          <p:cNvCxnSpPr>
            <a:cxnSpLocks/>
            <a:stCxn id="57" idx="2"/>
            <a:endCxn id="59" idx="0"/>
          </p:cNvCxnSpPr>
          <p:nvPr/>
        </p:nvCxnSpPr>
        <p:spPr>
          <a:xfrm rot="16200000" flipH="1">
            <a:off x="4421396" y="2861820"/>
            <a:ext cx="503622" cy="126670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B6367717-0550-4DC6-B7F3-67434B5DF206}"/>
              </a:ext>
            </a:extLst>
          </p:cNvPr>
          <p:cNvSpPr txBox="1"/>
          <p:nvPr/>
        </p:nvSpPr>
        <p:spPr>
          <a:xfrm>
            <a:off x="8313199" y="4936452"/>
            <a:ext cx="1920814" cy="338554"/>
          </a:xfrm>
          <a:custGeom>
            <a:avLst/>
            <a:gdLst>
              <a:gd name="connsiteX0" fmla="*/ 0 w 1920814"/>
              <a:gd name="connsiteY0" fmla="*/ 0 h 338554"/>
              <a:gd name="connsiteX1" fmla="*/ 480204 w 1920814"/>
              <a:gd name="connsiteY1" fmla="*/ 0 h 338554"/>
              <a:gd name="connsiteX2" fmla="*/ 902783 w 1920814"/>
              <a:gd name="connsiteY2" fmla="*/ 0 h 338554"/>
              <a:gd name="connsiteX3" fmla="*/ 1344570 w 1920814"/>
              <a:gd name="connsiteY3" fmla="*/ 0 h 338554"/>
              <a:gd name="connsiteX4" fmla="*/ 1920814 w 1920814"/>
              <a:gd name="connsiteY4" fmla="*/ 0 h 338554"/>
              <a:gd name="connsiteX5" fmla="*/ 1920814 w 1920814"/>
              <a:gd name="connsiteY5" fmla="*/ 338554 h 338554"/>
              <a:gd name="connsiteX6" fmla="*/ 1498235 w 1920814"/>
              <a:gd name="connsiteY6" fmla="*/ 338554 h 338554"/>
              <a:gd name="connsiteX7" fmla="*/ 1037240 w 1920814"/>
              <a:gd name="connsiteY7" fmla="*/ 338554 h 338554"/>
              <a:gd name="connsiteX8" fmla="*/ 595452 w 1920814"/>
              <a:gd name="connsiteY8" fmla="*/ 338554 h 338554"/>
              <a:gd name="connsiteX9" fmla="*/ 0 w 1920814"/>
              <a:gd name="connsiteY9" fmla="*/ 338554 h 338554"/>
              <a:gd name="connsiteX10" fmla="*/ 0 w 1920814"/>
              <a:gd name="connsiteY10" fmla="*/ 0 h 338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20814" h="338554" extrusionOk="0">
                <a:moveTo>
                  <a:pt x="0" y="0"/>
                </a:moveTo>
                <a:cubicBezTo>
                  <a:pt x="222134" y="-40553"/>
                  <a:pt x="362177" y="37410"/>
                  <a:pt x="480204" y="0"/>
                </a:cubicBezTo>
                <a:cubicBezTo>
                  <a:pt x="598231" y="-37410"/>
                  <a:pt x="734382" y="42710"/>
                  <a:pt x="902783" y="0"/>
                </a:cubicBezTo>
                <a:cubicBezTo>
                  <a:pt x="1071184" y="-42710"/>
                  <a:pt x="1161411" y="42969"/>
                  <a:pt x="1344570" y="0"/>
                </a:cubicBezTo>
                <a:cubicBezTo>
                  <a:pt x="1527729" y="-42969"/>
                  <a:pt x="1732713" y="55722"/>
                  <a:pt x="1920814" y="0"/>
                </a:cubicBezTo>
                <a:cubicBezTo>
                  <a:pt x="1934312" y="136264"/>
                  <a:pt x="1910575" y="207629"/>
                  <a:pt x="1920814" y="338554"/>
                </a:cubicBezTo>
                <a:cubicBezTo>
                  <a:pt x="1815635" y="373644"/>
                  <a:pt x="1682205" y="337546"/>
                  <a:pt x="1498235" y="338554"/>
                </a:cubicBezTo>
                <a:cubicBezTo>
                  <a:pt x="1314265" y="339562"/>
                  <a:pt x="1209261" y="322526"/>
                  <a:pt x="1037240" y="338554"/>
                </a:cubicBezTo>
                <a:cubicBezTo>
                  <a:pt x="865219" y="354582"/>
                  <a:pt x="788324" y="316042"/>
                  <a:pt x="595452" y="338554"/>
                </a:cubicBezTo>
                <a:cubicBezTo>
                  <a:pt x="402580" y="361066"/>
                  <a:pt x="177726" y="328085"/>
                  <a:pt x="0" y="338554"/>
                </a:cubicBezTo>
                <a:cubicBezTo>
                  <a:pt x="-4061" y="256460"/>
                  <a:pt x="19578" y="97765"/>
                  <a:pt x="0" y="0"/>
                </a:cubicBezTo>
                <a:close/>
              </a:path>
            </a:pathLst>
          </a:custGeom>
          <a:noFill/>
          <a:ln w="38100">
            <a:solidFill>
              <a:srgbClr val="336D92"/>
            </a:solidFill>
            <a:extLst>
              <a:ext uri="{C807C97D-BFC1-408E-A445-0C87EB9F89A2}">
                <ask:lineSketchStyleProps xmlns:ask="http://schemas.microsoft.com/office/drawing/2018/sketchyshapes" sd="373667371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sz="1600" dirty="0"/>
              <a:t>Semi-supervised ML</a:t>
            </a:r>
            <a:endParaRPr sz="1600" dirty="0"/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E6D67E86-7BB3-45FE-BAB5-33B74691A1C1}"/>
              </a:ext>
            </a:extLst>
          </p:cNvPr>
          <p:cNvCxnSpPr>
            <a:cxnSpLocks/>
            <a:stCxn id="56" idx="2"/>
            <a:endCxn id="60" idx="0"/>
          </p:cNvCxnSpPr>
          <p:nvPr/>
        </p:nvCxnSpPr>
        <p:spPr>
          <a:xfrm rot="16200000" flipH="1">
            <a:off x="7774837" y="1436816"/>
            <a:ext cx="384702" cy="261283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0126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6" presetClass="emph" presetSubtype="0" fill="hold" grpId="1" nodeType="after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 tmFilter="0, 0; .2, .5; .8, .5; 1, 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6" dur="250" autoRev="1" fill="hold"/>
                                        <p:tgtEl>
                                          <p:spTgt spid="7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-1.85185E-6 L 0.49674 0.00486 " pathEditMode="relative" rAng="0" ptsTypes="AA">
                                      <p:cBhvr>
                                        <p:cTn id="80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831" y="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6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8" grpId="1" animBg="1"/>
      <p:bldP spid="13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2">
            <a:extLst>
              <a:ext uri="{FF2B5EF4-FFF2-40B4-BE49-F238E27FC236}">
                <a16:creationId xmlns:a16="http://schemas.microsoft.com/office/drawing/2014/main" id="{A43D3FBD-005E-465D-B93E-064BD078BB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895" y="1689419"/>
            <a:ext cx="1014100" cy="592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9" name="Google Shape;609;g355bcd029af_0_49"/>
          <p:cNvSpPr txBox="1">
            <a:spLocks noGrp="1"/>
          </p:cNvSpPr>
          <p:nvPr>
            <p:ph type="title"/>
          </p:nvPr>
        </p:nvSpPr>
        <p:spPr>
          <a:xfrm>
            <a:off x="482600" y="145740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Today’s quest</a:t>
            </a:r>
            <a:endParaRPr sz="36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7FA7225-F523-4ADD-8DF3-D9288CA9313E}"/>
              </a:ext>
            </a:extLst>
          </p:cNvPr>
          <p:cNvSpPr txBox="1"/>
          <p:nvPr/>
        </p:nvSpPr>
        <p:spPr>
          <a:xfrm>
            <a:off x="3639629" y="1806228"/>
            <a:ext cx="1828800" cy="307777"/>
          </a:xfrm>
          <a:custGeom>
            <a:avLst/>
            <a:gdLst>
              <a:gd name="connsiteX0" fmla="*/ 0 w 1828800"/>
              <a:gd name="connsiteY0" fmla="*/ 0 h 307777"/>
              <a:gd name="connsiteX1" fmla="*/ 627888 w 1828800"/>
              <a:gd name="connsiteY1" fmla="*/ 0 h 307777"/>
              <a:gd name="connsiteX2" fmla="*/ 1274064 w 1828800"/>
              <a:gd name="connsiteY2" fmla="*/ 0 h 307777"/>
              <a:gd name="connsiteX3" fmla="*/ 1828800 w 1828800"/>
              <a:gd name="connsiteY3" fmla="*/ 0 h 307777"/>
              <a:gd name="connsiteX4" fmla="*/ 1828800 w 1828800"/>
              <a:gd name="connsiteY4" fmla="*/ 307777 h 307777"/>
              <a:gd name="connsiteX5" fmla="*/ 1255776 w 1828800"/>
              <a:gd name="connsiteY5" fmla="*/ 307777 h 307777"/>
              <a:gd name="connsiteX6" fmla="*/ 627888 w 1828800"/>
              <a:gd name="connsiteY6" fmla="*/ 307777 h 307777"/>
              <a:gd name="connsiteX7" fmla="*/ 0 w 1828800"/>
              <a:gd name="connsiteY7" fmla="*/ 307777 h 307777"/>
              <a:gd name="connsiteX8" fmla="*/ 0 w 1828800"/>
              <a:gd name="connsiteY8" fmla="*/ 0 h 307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28800" h="307777" fill="none" extrusionOk="0">
                <a:moveTo>
                  <a:pt x="0" y="0"/>
                </a:moveTo>
                <a:cubicBezTo>
                  <a:pt x="188433" y="8192"/>
                  <a:pt x="344586" y="-13061"/>
                  <a:pt x="627888" y="0"/>
                </a:cubicBezTo>
                <a:cubicBezTo>
                  <a:pt x="911190" y="13061"/>
                  <a:pt x="1137807" y="-27158"/>
                  <a:pt x="1274064" y="0"/>
                </a:cubicBezTo>
                <a:cubicBezTo>
                  <a:pt x="1410321" y="27158"/>
                  <a:pt x="1611768" y="-15286"/>
                  <a:pt x="1828800" y="0"/>
                </a:cubicBezTo>
                <a:cubicBezTo>
                  <a:pt x="1824153" y="92866"/>
                  <a:pt x="1833776" y="205480"/>
                  <a:pt x="1828800" y="307777"/>
                </a:cubicBezTo>
                <a:cubicBezTo>
                  <a:pt x="1550206" y="288850"/>
                  <a:pt x="1438957" y="307975"/>
                  <a:pt x="1255776" y="307777"/>
                </a:cubicBezTo>
                <a:cubicBezTo>
                  <a:pt x="1072595" y="307579"/>
                  <a:pt x="928900" y="306682"/>
                  <a:pt x="627888" y="307777"/>
                </a:cubicBezTo>
                <a:cubicBezTo>
                  <a:pt x="326876" y="308872"/>
                  <a:pt x="206912" y="328640"/>
                  <a:pt x="0" y="307777"/>
                </a:cubicBezTo>
                <a:cubicBezTo>
                  <a:pt x="13545" y="218345"/>
                  <a:pt x="-2371" y="131080"/>
                  <a:pt x="0" y="0"/>
                </a:cubicBezTo>
                <a:close/>
              </a:path>
              <a:path w="1828800" h="307777" stroke="0" extrusionOk="0">
                <a:moveTo>
                  <a:pt x="0" y="0"/>
                </a:moveTo>
                <a:cubicBezTo>
                  <a:pt x="258124" y="-18461"/>
                  <a:pt x="398936" y="14598"/>
                  <a:pt x="554736" y="0"/>
                </a:cubicBezTo>
                <a:cubicBezTo>
                  <a:pt x="710536" y="-14598"/>
                  <a:pt x="885300" y="-19810"/>
                  <a:pt x="1127760" y="0"/>
                </a:cubicBezTo>
                <a:cubicBezTo>
                  <a:pt x="1370220" y="19810"/>
                  <a:pt x="1513227" y="-23801"/>
                  <a:pt x="1828800" y="0"/>
                </a:cubicBezTo>
                <a:cubicBezTo>
                  <a:pt x="1831733" y="86923"/>
                  <a:pt x="1814952" y="245690"/>
                  <a:pt x="1828800" y="307777"/>
                </a:cubicBezTo>
                <a:cubicBezTo>
                  <a:pt x="1554701" y="302082"/>
                  <a:pt x="1476520" y="286338"/>
                  <a:pt x="1255776" y="307777"/>
                </a:cubicBezTo>
                <a:cubicBezTo>
                  <a:pt x="1035032" y="329216"/>
                  <a:pt x="862218" y="284772"/>
                  <a:pt x="682752" y="307777"/>
                </a:cubicBezTo>
                <a:cubicBezTo>
                  <a:pt x="503286" y="330782"/>
                  <a:pt x="232319" y="324445"/>
                  <a:pt x="0" y="307777"/>
                </a:cubicBezTo>
                <a:cubicBezTo>
                  <a:pt x="-6542" y="243844"/>
                  <a:pt x="-2795" y="84774"/>
                  <a:pt x="0" y="0"/>
                </a:cubicBezTo>
                <a:close/>
              </a:path>
            </a:pathLst>
          </a:custGeom>
          <a:solidFill>
            <a:schemeClr val="tx2"/>
          </a:solidFill>
          <a:ln>
            <a:solidFill>
              <a:schemeClr val="tx1">
                <a:lumMod val="50000"/>
                <a:lumOff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383692343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de-DE"/>
            </a:defPPr>
            <a:lvl1pPr algn="ctr">
              <a:defRPr b="1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dirty="0" err="1"/>
              <a:t>Preprocessing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8709405-9875-4DA8-A547-8FDB75E95FE8}"/>
              </a:ext>
            </a:extLst>
          </p:cNvPr>
          <p:cNvSpPr txBox="1"/>
          <p:nvPr/>
        </p:nvSpPr>
        <p:spPr>
          <a:xfrm>
            <a:off x="3125454" y="2935585"/>
            <a:ext cx="1828800" cy="307777"/>
          </a:xfrm>
          <a:custGeom>
            <a:avLst/>
            <a:gdLst>
              <a:gd name="connsiteX0" fmla="*/ 0 w 1828800"/>
              <a:gd name="connsiteY0" fmla="*/ 0 h 307777"/>
              <a:gd name="connsiteX1" fmla="*/ 554736 w 1828800"/>
              <a:gd name="connsiteY1" fmla="*/ 0 h 307777"/>
              <a:gd name="connsiteX2" fmla="*/ 1182624 w 1828800"/>
              <a:gd name="connsiteY2" fmla="*/ 0 h 307777"/>
              <a:gd name="connsiteX3" fmla="*/ 1828800 w 1828800"/>
              <a:gd name="connsiteY3" fmla="*/ 0 h 307777"/>
              <a:gd name="connsiteX4" fmla="*/ 1828800 w 1828800"/>
              <a:gd name="connsiteY4" fmla="*/ 307777 h 307777"/>
              <a:gd name="connsiteX5" fmla="*/ 1237488 w 1828800"/>
              <a:gd name="connsiteY5" fmla="*/ 307777 h 307777"/>
              <a:gd name="connsiteX6" fmla="*/ 627888 w 1828800"/>
              <a:gd name="connsiteY6" fmla="*/ 307777 h 307777"/>
              <a:gd name="connsiteX7" fmla="*/ 0 w 1828800"/>
              <a:gd name="connsiteY7" fmla="*/ 307777 h 307777"/>
              <a:gd name="connsiteX8" fmla="*/ 0 w 1828800"/>
              <a:gd name="connsiteY8" fmla="*/ 0 h 307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28800" h="307777" fill="none" extrusionOk="0">
                <a:moveTo>
                  <a:pt x="0" y="0"/>
                </a:moveTo>
                <a:cubicBezTo>
                  <a:pt x="135934" y="15867"/>
                  <a:pt x="403382" y="-9020"/>
                  <a:pt x="554736" y="0"/>
                </a:cubicBezTo>
                <a:cubicBezTo>
                  <a:pt x="706090" y="9020"/>
                  <a:pt x="1025276" y="20381"/>
                  <a:pt x="1182624" y="0"/>
                </a:cubicBezTo>
                <a:cubicBezTo>
                  <a:pt x="1339972" y="-20381"/>
                  <a:pt x="1672977" y="4566"/>
                  <a:pt x="1828800" y="0"/>
                </a:cubicBezTo>
                <a:cubicBezTo>
                  <a:pt x="1817407" y="78776"/>
                  <a:pt x="1813497" y="212241"/>
                  <a:pt x="1828800" y="307777"/>
                </a:cubicBezTo>
                <a:cubicBezTo>
                  <a:pt x="1592106" y="296872"/>
                  <a:pt x="1527175" y="331531"/>
                  <a:pt x="1237488" y="307777"/>
                </a:cubicBezTo>
                <a:cubicBezTo>
                  <a:pt x="947801" y="284023"/>
                  <a:pt x="910278" y="323251"/>
                  <a:pt x="627888" y="307777"/>
                </a:cubicBezTo>
                <a:cubicBezTo>
                  <a:pt x="345498" y="292303"/>
                  <a:pt x="215322" y="282748"/>
                  <a:pt x="0" y="307777"/>
                </a:cubicBezTo>
                <a:cubicBezTo>
                  <a:pt x="5418" y="232412"/>
                  <a:pt x="-4908" y="96001"/>
                  <a:pt x="0" y="0"/>
                </a:cubicBezTo>
                <a:close/>
              </a:path>
              <a:path w="1828800" h="307777" stroke="0" extrusionOk="0">
                <a:moveTo>
                  <a:pt x="0" y="0"/>
                </a:moveTo>
                <a:cubicBezTo>
                  <a:pt x="182966" y="-21347"/>
                  <a:pt x="464996" y="29335"/>
                  <a:pt x="646176" y="0"/>
                </a:cubicBezTo>
                <a:cubicBezTo>
                  <a:pt x="827356" y="-29335"/>
                  <a:pt x="969908" y="1060"/>
                  <a:pt x="1274064" y="0"/>
                </a:cubicBezTo>
                <a:cubicBezTo>
                  <a:pt x="1578220" y="-1060"/>
                  <a:pt x="1590003" y="25910"/>
                  <a:pt x="1828800" y="0"/>
                </a:cubicBezTo>
                <a:cubicBezTo>
                  <a:pt x="1840049" y="105982"/>
                  <a:pt x="1839821" y="160254"/>
                  <a:pt x="1828800" y="307777"/>
                </a:cubicBezTo>
                <a:cubicBezTo>
                  <a:pt x="1540375" y="295148"/>
                  <a:pt x="1429852" y="314006"/>
                  <a:pt x="1182624" y="307777"/>
                </a:cubicBezTo>
                <a:cubicBezTo>
                  <a:pt x="935396" y="301548"/>
                  <a:pt x="805396" y="325988"/>
                  <a:pt x="627888" y="307777"/>
                </a:cubicBezTo>
                <a:cubicBezTo>
                  <a:pt x="450380" y="289566"/>
                  <a:pt x="305580" y="308932"/>
                  <a:pt x="0" y="307777"/>
                </a:cubicBezTo>
                <a:cubicBezTo>
                  <a:pt x="13200" y="183928"/>
                  <a:pt x="-8984" y="128294"/>
                  <a:pt x="0" y="0"/>
                </a:cubicBezTo>
                <a:close/>
              </a:path>
            </a:pathLst>
          </a:custGeom>
          <a:solidFill>
            <a:srgbClr val="E6AF00"/>
          </a:solidFill>
          <a:ln w="28575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83223180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de-DE"/>
            </a:defPPr>
            <a:lvl1pPr algn="ctr">
              <a:defRPr b="1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dirty="0">
                <a:solidFill>
                  <a:schemeClr val="bg1"/>
                </a:solidFill>
              </a:rPr>
              <a:t>Classification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928432F-90E4-4DC7-8599-B47D999B7EF2}"/>
              </a:ext>
            </a:extLst>
          </p:cNvPr>
          <p:cNvSpPr txBox="1"/>
          <p:nvPr/>
        </p:nvSpPr>
        <p:spPr>
          <a:xfrm>
            <a:off x="1614506" y="3746982"/>
            <a:ext cx="2218426" cy="338554"/>
          </a:xfrm>
          <a:custGeom>
            <a:avLst/>
            <a:gdLst>
              <a:gd name="connsiteX0" fmla="*/ 0 w 2218426"/>
              <a:gd name="connsiteY0" fmla="*/ 0 h 338554"/>
              <a:gd name="connsiteX1" fmla="*/ 510238 w 2218426"/>
              <a:gd name="connsiteY1" fmla="*/ 0 h 338554"/>
              <a:gd name="connsiteX2" fmla="*/ 1109213 w 2218426"/>
              <a:gd name="connsiteY2" fmla="*/ 0 h 338554"/>
              <a:gd name="connsiteX3" fmla="*/ 1708188 w 2218426"/>
              <a:gd name="connsiteY3" fmla="*/ 0 h 338554"/>
              <a:gd name="connsiteX4" fmla="*/ 2218426 w 2218426"/>
              <a:gd name="connsiteY4" fmla="*/ 0 h 338554"/>
              <a:gd name="connsiteX5" fmla="*/ 2218426 w 2218426"/>
              <a:gd name="connsiteY5" fmla="*/ 338554 h 338554"/>
              <a:gd name="connsiteX6" fmla="*/ 1708188 w 2218426"/>
              <a:gd name="connsiteY6" fmla="*/ 338554 h 338554"/>
              <a:gd name="connsiteX7" fmla="*/ 1175766 w 2218426"/>
              <a:gd name="connsiteY7" fmla="*/ 338554 h 338554"/>
              <a:gd name="connsiteX8" fmla="*/ 621159 w 2218426"/>
              <a:gd name="connsiteY8" fmla="*/ 338554 h 338554"/>
              <a:gd name="connsiteX9" fmla="*/ 0 w 2218426"/>
              <a:gd name="connsiteY9" fmla="*/ 338554 h 338554"/>
              <a:gd name="connsiteX10" fmla="*/ 0 w 2218426"/>
              <a:gd name="connsiteY10" fmla="*/ 0 h 338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18426" h="338554" extrusionOk="0">
                <a:moveTo>
                  <a:pt x="0" y="0"/>
                </a:moveTo>
                <a:cubicBezTo>
                  <a:pt x="125348" y="-15840"/>
                  <a:pt x="394878" y="29909"/>
                  <a:pt x="510238" y="0"/>
                </a:cubicBezTo>
                <a:cubicBezTo>
                  <a:pt x="625598" y="-29909"/>
                  <a:pt x="912291" y="46245"/>
                  <a:pt x="1109213" y="0"/>
                </a:cubicBezTo>
                <a:cubicBezTo>
                  <a:pt x="1306136" y="-46245"/>
                  <a:pt x="1559608" y="38457"/>
                  <a:pt x="1708188" y="0"/>
                </a:cubicBezTo>
                <a:cubicBezTo>
                  <a:pt x="1856769" y="-38457"/>
                  <a:pt x="2048524" y="39746"/>
                  <a:pt x="2218426" y="0"/>
                </a:cubicBezTo>
                <a:cubicBezTo>
                  <a:pt x="2222529" y="165101"/>
                  <a:pt x="2195803" y="251639"/>
                  <a:pt x="2218426" y="338554"/>
                </a:cubicBezTo>
                <a:cubicBezTo>
                  <a:pt x="2061865" y="384832"/>
                  <a:pt x="1920234" y="312054"/>
                  <a:pt x="1708188" y="338554"/>
                </a:cubicBezTo>
                <a:cubicBezTo>
                  <a:pt x="1496142" y="365054"/>
                  <a:pt x="1422820" y="285900"/>
                  <a:pt x="1175766" y="338554"/>
                </a:cubicBezTo>
                <a:cubicBezTo>
                  <a:pt x="928712" y="391208"/>
                  <a:pt x="861320" y="301076"/>
                  <a:pt x="621159" y="338554"/>
                </a:cubicBezTo>
                <a:cubicBezTo>
                  <a:pt x="380998" y="376032"/>
                  <a:pt x="130056" y="295022"/>
                  <a:pt x="0" y="338554"/>
                </a:cubicBezTo>
                <a:cubicBezTo>
                  <a:pt x="-35821" y="200341"/>
                  <a:pt x="39719" y="128243"/>
                  <a:pt x="0" y="0"/>
                </a:cubicBezTo>
                <a:close/>
              </a:path>
            </a:pathLst>
          </a:custGeom>
          <a:noFill/>
          <a:ln w="38100">
            <a:solidFill>
              <a:srgbClr val="E6AF00"/>
            </a:solidFill>
            <a:extLst>
              <a:ext uri="{C807C97D-BFC1-408E-A445-0C87EB9F89A2}">
                <ask:lineSketchStyleProps xmlns:ask="http://schemas.microsoft.com/office/drawing/2018/sketchyshapes" sd="19591507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 b="1"/>
            </a:lvl1pPr>
          </a:lstStyle>
          <a:p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Known Categories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6B0C8B1-C655-4248-9C33-30AFC216A3BA}"/>
              </a:ext>
            </a:extLst>
          </p:cNvPr>
          <p:cNvSpPr txBox="1"/>
          <p:nvPr/>
        </p:nvSpPr>
        <p:spPr>
          <a:xfrm>
            <a:off x="4174551" y="3746984"/>
            <a:ext cx="2218426" cy="338554"/>
          </a:xfrm>
          <a:custGeom>
            <a:avLst/>
            <a:gdLst>
              <a:gd name="connsiteX0" fmla="*/ 0 w 2218426"/>
              <a:gd name="connsiteY0" fmla="*/ 0 h 338554"/>
              <a:gd name="connsiteX1" fmla="*/ 554607 w 2218426"/>
              <a:gd name="connsiteY1" fmla="*/ 0 h 338554"/>
              <a:gd name="connsiteX2" fmla="*/ 1042660 w 2218426"/>
              <a:gd name="connsiteY2" fmla="*/ 0 h 338554"/>
              <a:gd name="connsiteX3" fmla="*/ 1552898 w 2218426"/>
              <a:gd name="connsiteY3" fmla="*/ 0 h 338554"/>
              <a:gd name="connsiteX4" fmla="*/ 2218426 w 2218426"/>
              <a:gd name="connsiteY4" fmla="*/ 0 h 338554"/>
              <a:gd name="connsiteX5" fmla="*/ 2218426 w 2218426"/>
              <a:gd name="connsiteY5" fmla="*/ 338554 h 338554"/>
              <a:gd name="connsiteX6" fmla="*/ 1730372 w 2218426"/>
              <a:gd name="connsiteY6" fmla="*/ 338554 h 338554"/>
              <a:gd name="connsiteX7" fmla="*/ 1197950 w 2218426"/>
              <a:gd name="connsiteY7" fmla="*/ 338554 h 338554"/>
              <a:gd name="connsiteX8" fmla="*/ 687712 w 2218426"/>
              <a:gd name="connsiteY8" fmla="*/ 338554 h 338554"/>
              <a:gd name="connsiteX9" fmla="*/ 0 w 2218426"/>
              <a:gd name="connsiteY9" fmla="*/ 338554 h 338554"/>
              <a:gd name="connsiteX10" fmla="*/ 0 w 2218426"/>
              <a:gd name="connsiteY10" fmla="*/ 0 h 338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18426" h="338554" extrusionOk="0">
                <a:moveTo>
                  <a:pt x="0" y="0"/>
                </a:moveTo>
                <a:cubicBezTo>
                  <a:pt x="194462" y="-38690"/>
                  <a:pt x="343810" y="31284"/>
                  <a:pt x="554607" y="0"/>
                </a:cubicBezTo>
                <a:cubicBezTo>
                  <a:pt x="765404" y="-31284"/>
                  <a:pt x="822632" y="50435"/>
                  <a:pt x="1042660" y="0"/>
                </a:cubicBezTo>
                <a:cubicBezTo>
                  <a:pt x="1262688" y="-50435"/>
                  <a:pt x="1329976" y="50523"/>
                  <a:pt x="1552898" y="0"/>
                </a:cubicBezTo>
                <a:cubicBezTo>
                  <a:pt x="1775820" y="-50523"/>
                  <a:pt x="1937959" y="71161"/>
                  <a:pt x="2218426" y="0"/>
                </a:cubicBezTo>
                <a:cubicBezTo>
                  <a:pt x="2231924" y="136264"/>
                  <a:pt x="2208187" y="207629"/>
                  <a:pt x="2218426" y="338554"/>
                </a:cubicBezTo>
                <a:cubicBezTo>
                  <a:pt x="2065996" y="361569"/>
                  <a:pt x="1861191" y="336106"/>
                  <a:pt x="1730372" y="338554"/>
                </a:cubicBezTo>
                <a:cubicBezTo>
                  <a:pt x="1599553" y="341002"/>
                  <a:pt x="1348744" y="280330"/>
                  <a:pt x="1197950" y="338554"/>
                </a:cubicBezTo>
                <a:cubicBezTo>
                  <a:pt x="1047156" y="396778"/>
                  <a:pt x="842766" y="327953"/>
                  <a:pt x="687712" y="338554"/>
                </a:cubicBezTo>
                <a:cubicBezTo>
                  <a:pt x="532658" y="349155"/>
                  <a:pt x="275652" y="262277"/>
                  <a:pt x="0" y="338554"/>
                </a:cubicBezTo>
                <a:cubicBezTo>
                  <a:pt x="-4061" y="256460"/>
                  <a:pt x="19578" y="97765"/>
                  <a:pt x="0" y="0"/>
                </a:cubicBezTo>
                <a:close/>
              </a:path>
            </a:pathLst>
          </a:custGeom>
          <a:noFill/>
          <a:ln w="38100">
            <a:solidFill>
              <a:srgbClr val="E6AF00"/>
            </a:solidFill>
            <a:extLst>
              <a:ext uri="{C807C97D-BFC1-408E-A445-0C87EB9F89A2}">
                <ask:lineSketchStyleProps xmlns:ask="http://schemas.microsoft.com/office/drawing/2018/sketchyshapes" sd="373667371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sz="1600" dirty="0"/>
              <a:t>Unknown Categories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0F61043-3285-4D65-86F3-699A9D16F9D7}"/>
              </a:ext>
            </a:extLst>
          </p:cNvPr>
          <p:cNvSpPr txBox="1"/>
          <p:nvPr/>
        </p:nvSpPr>
        <p:spPr>
          <a:xfrm>
            <a:off x="8359206" y="2935585"/>
            <a:ext cx="1828800" cy="307777"/>
          </a:xfrm>
          <a:custGeom>
            <a:avLst/>
            <a:gdLst>
              <a:gd name="connsiteX0" fmla="*/ 0 w 1828800"/>
              <a:gd name="connsiteY0" fmla="*/ 0 h 307777"/>
              <a:gd name="connsiteX1" fmla="*/ 609600 w 1828800"/>
              <a:gd name="connsiteY1" fmla="*/ 0 h 307777"/>
              <a:gd name="connsiteX2" fmla="*/ 1164336 w 1828800"/>
              <a:gd name="connsiteY2" fmla="*/ 0 h 307777"/>
              <a:gd name="connsiteX3" fmla="*/ 1828800 w 1828800"/>
              <a:gd name="connsiteY3" fmla="*/ 0 h 307777"/>
              <a:gd name="connsiteX4" fmla="*/ 1828800 w 1828800"/>
              <a:gd name="connsiteY4" fmla="*/ 307777 h 307777"/>
              <a:gd name="connsiteX5" fmla="*/ 1182624 w 1828800"/>
              <a:gd name="connsiteY5" fmla="*/ 307777 h 307777"/>
              <a:gd name="connsiteX6" fmla="*/ 536448 w 1828800"/>
              <a:gd name="connsiteY6" fmla="*/ 307777 h 307777"/>
              <a:gd name="connsiteX7" fmla="*/ 0 w 1828800"/>
              <a:gd name="connsiteY7" fmla="*/ 307777 h 307777"/>
              <a:gd name="connsiteX8" fmla="*/ 0 w 1828800"/>
              <a:gd name="connsiteY8" fmla="*/ 0 h 307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28800" h="307777" fill="none" extrusionOk="0">
                <a:moveTo>
                  <a:pt x="0" y="0"/>
                </a:moveTo>
                <a:cubicBezTo>
                  <a:pt x="171028" y="7279"/>
                  <a:pt x="404452" y="-21320"/>
                  <a:pt x="609600" y="0"/>
                </a:cubicBezTo>
                <a:cubicBezTo>
                  <a:pt x="814748" y="21320"/>
                  <a:pt x="948218" y="8707"/>
                  <a:pt x="1164336" y="0"/>
                </a:cubicBezTo>
                <a:cubicBezTo>
                  <a:pt x="1380454" y="-8707"/>
                  <a:pt x="1532918" y="21371"/>
                  <a:pt x="1828800" y="0"/>
                </a:cubicBezTo>
                <a:cubicBezTo>
                  <a:pt x="1843227" y="126816"/>
                  <a:pt x="1833638" y="187290"/>
                  <a:pt x="1828800" y="307777"/>
                </a:cubicBezTo>
                <a:cubicBezTo>
                  <a:pt x="1520176" y="300708"/>
                  <a:pt x="1390106" y="280066"/>
                  <a:pt x="1182624" y="307777"/>
                </a:cubicBezTo>
                <a:cubicBezTo>
                  <a:pt x="975142" y="335488"/>
                  <a:pt x="787796" y="334013"/>
                  <a:pt x="536448" y="307777"/>
                </a:cubicBezTo>
                <a:cubicBezTo>
                  <a:pt x="285100" y="281541"/>
                  <a:pt x="127026" y="303981"/>
                  <a:pt x="0" y="307777"/>
                </a:cubicBezTo>
                <a:cubicBezTo>
                  <a:pt x="-9071" y="176708"/>
                  <a:pt x="8229" y="128170"/>
                  <a:pt x="0" y="0"/>
                </a:cubicBezTo>
                <a:close/>
              </a:path>
              <a:path w="1828800" h="307777" stroke="0" extrusionOk="0">
                <a:moveTo>
                  <a:pt x="0" y="0"/>
                </a:moveTo>
                <a:cubicBezTo>
                  <a:pt x="223666" y="-9028"/>
                  <a:pt x="436638" y="11946"/>
                  <a:pt x="591312" y="0"/>
                </a:cubicBezTo>
                <a:cubicBezTo>
                  <a:pt x="745986" y="-11946"/>
                  <a:pt x="1021983" y="10638"/>
                  <a:pt x="1219200" y="0"/>
                </a:cubicBezTo>
                <a:cubicBezTo>
                  <a:pt x="1416417" y="-10638"/>
                  <a:pt x="1528771" y="13439"/>
                  <a:pt x="1828800" y="0"/>
                </a:cubicBezTo>
                <a:cubicBezTo>
                  <a:pt x="1838632" y="139411"/>
                  <a:pt x="1817494" y="225341"/>
                  <a:pt x="1828800" y="307777"/>
                </a:cubicBezTo>
                <a:cubicBezTo>
                  <a:pt x="1582355" y="302742"/>
                  <a:pt x="1379343" y="327148"/>
                  <a:pt x="1182624" y="307777"/>
                </a:cubicBezTo>
                <a:cubicBezTo>
                  <a:pt x="985905" y="288406"/>
                  <a:pt x="846729" y="317190"/>
                  <a:pt x="591312" y="307777"/>
                </a:cubicBezTo>
                <a:cubicBezTo>
                  <a:pt x="335895" y="298364"/>
                  <a:pt x="287221" y="310959"/>
                  <a:pt x="0" y="307777"/>
                </a:cubicBezTo>
                <a:cubicBezTo>
                  <a:pt x="3227" y="222000"/>
                  <a:pt x="14135" y="93123"/>
                  <a:pt x="0" y="0"/>
                </a:cubicBezTo>
                <a:close/>
              </a:path>
            </a:pathLst>
          </a:custGeom>
          <a:solidFill>
            <a:schemeClr val="tx2"/>
          </a:solidFill>
          <a:ln>
            <a:solidFill>
              <a:schemeClr val="tx1">
                <a:lumMod val="50000"/>
                <a:lumOff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27250565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de-DE"/>
            </a:defPPr>
            <a:lvl1pPr algn="ctr">
              <a:defRPr b="1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dirty="0"/>
              <a:t>Scaling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DB2A957-C869-4686-8825-C0E439B3FC53}"/>
              </a:ext>
            </a:extLst>
          </p:cNvPr>
          <p:cNvSpPr txBox="1"/>
          <p:nvPr/>
        </p:nvSpPr>
        <p:spPr>
          <a:xfrm>
            <a:off x="9763200" y="4368953"/>
            <a:ext cx="1828800" cy="338554"/>
          </a:xfrm>
          <a:custGeom>
            <a:avLst/>
            <a:gdLst>
              <a:gd name="connsiteX0" fmla="*/ 0 w 1828800"/>
              <a:gd name="connsiteY0" fmla="*/ 0 h 338554"/>
              <a:gd name="connsiteX1" fmla="*/ 493776 w 1828800"/>
              <a:gd name="connsiteY1" fmla="*/ 0 h 338554"/>
              <a:gd name="connsiteX2" fmla="*/ 969264 w 1828800"/>
              <a:gd name="connsiteY2" fmla="*/ 0 h 338554"/>
              <a:gd name="connsiteX3" fmla="*/ 1371600 w 1828800"/>
              <a:gd name="connsiteY3" fmla="*/ 0 h 338554"/>
              <a:gd name="connsiteX4" fmla="*/ 1828800 w 1828800"/>
              <a:gd name="connsiteY4" fmla="*/ 0 h 338554"/>
              <a:gd name="connsiteX5" fmla="*/ 1828800 w 1828800"/>
              <a:gd name="connsiteY5" fmla="*/ 338554 h 338554"/>
              <a:gd name="connsiteX6" fmla="*/ 1426464 w 1828800"/>
              <a:gd name="connsiteY6" fmla="*/ 338554 h 338554"/>
              <a:gd name="connsiteX7" fmla="*/ 987552 w 1828800"/>
              <a:gd name="connsiteY7" fmla="*/ 338554 h 338554"/>
              <a:gd name="connsiteX8" fmla="*/ 585216 w 1828800"/>
              <a:gd name="connsiteY8" fmla="*/ 338554 h 338554"/>
              <a:gd name="connsiteX9" fmla="*/ 0 w 1828800"/>
              <a:gd name="connsiteY9" fmla="*/ 338554 h 338554"/>
              <a:gd name="connsiteX10" fmla="*/ 0 w 1828800"/>
              <a:gd name="connsiteY10" fmla="*/ 0 h 338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828800" h="338554" fill="none" extrusionOk="0">
                <a:moveTo>
                  <a:pt x="0" y="0"/>
                </a:moveTo>
                <a:cubicBezTo>
                  <a:pt x="141706" y="-58058"/>
                  <a:pt x="338272" y="40838"/>
                  <a:pt x="493776" y="0"/>
                </a:cubicBezTo>
                <a:cubicBezTo>
                  <a:pt x="649280" y="-40838"/>
                  <a:pt x="848976" y="37814"/>
                  <a:pt x="969264" y="0"/>
                </a:cubicBezTo>
                <a:cubicBezTo>
                  <a:pt x="1089552" y="-37814"/>
                  <a:pt x="1257522" y="1568"/>
                  <a:pt x="1371600" y="0"/>
                </a:cubicBezTo>
                <a:cubicBezTo>
                  <a:pt x="1485678" y="-1568"/>
                  <a:pt x="1715244" y="35321"/>
                  <a:pt x="1828800" y="0"/>
                </a:cubicBezTo>
                <a:cubicBezTo>
                  <a:pt x="1848516" y="81081"/>
                  <a:pt x="1825714" y="173069"/>
                  <a:pt x="1828800" y="338554"/>
                </a:cubicBezTo>
                <a:cubicBezTo>
                  <a:pt x="1745924" y="353002"/>
                  <a:pt x="1521159" y="295022"/>
                  <a:pt x="1426464" y="338554"/>
                </a:cubicBezTo>
                <a:cubicBezTo>
                  <a:pt x="1331769" y="382086"/>
                  <a:pt x="1145846" y="334986"/>
                  <a:pt x="987552" y="338554"/>
                </a:cubicBezTo>
                <a:cubicBezTo>
                  <a:pt x="829258" y="342122"/>
                  <a:pt x="729751" y="295588"/>
                  <a:pt x="585216" y="338554"/>
                </a:cubicBezTo>
                <a:cubicBezTo>
                  <a:pt x="440681" y="381520"/>
                  <a:pt x="262780" y="279069"/>
                  <a:pt x="0" y="338554"/>
                </a:cubicBezTo>
                <a:cubicBezTo>
                  <a:pt x="-148" y="269489"/>
                  <a:pt x="29919" y="78018"/>
                  <a:pt x="0" y="0"/>
                </a:cubicBezTo>
                <a:close/>
              </a:path>
              <a:path w="1828800" h="338554" stroke="0" extrusionOk="0">
                <a:moveTo>
                  <a:pt x="0" y="0"/>
                </a:moveTo>
                <a:cubicBezTo>
                  <a:pt x="112642" y="-32120"/>
                  <a:pt x="268794" y="30658"/>
                  <a:pt x="457200" y="0"/>
                </a:cubicBezTo>
                <a:cubicBezTo>
                  <a:pt x="645606" y="-30658"/>
                  <a:pt x="666221" y="15915"/>
                  <a:pt x="859536" y="0"/>
                </a:cubicBezTo>
                <a:cubicBezTo>
                  <a:pt x="1052851" y="-15915"/>
                  <a:pt x="1078723" y="2266"/>
                  <a:pt x="1280160" y="0"/>
                </a:cubicBezTo>
                <a:cubicBezTo>
                  <a:pt x="1481597" y="-2266"/>
                  <a:pt x="1630190" y="31716"/>
                  <a:pt x="1828800" y="0"/>
                </a:cubicBezTo>
                <a:cubicBezTo>
                  <a:pt x="1842298" y="136264"/>
                  <a:pt x="1818561" y="207629"/>
                  <a:pt x="1828800" y="338554"/>
                </a:cubicBezTo>
                <a:cubicBezTo>
                  <a:pt x="1672050" y="371206"/>
                  <a:pt x="1516387" y="301118"/>
                  <a:pt x="1426464" y="338554"/>
                </a:cubicBezTo>
                <a:cubicBezTo>
                  <a:pt x="1336541" y="375990"/>
                  <a:pt x="1145809" y="314423"/>
                  <a:pt x="987552" y="338554"/>
                </a:cubicBezTo>
                <a:cubicBezTo>
                  <a:pt x="829295" y="362685"/>
                  <a:pt x="721125" y="328287"/>
                  <a:pt x="566928" y="338554"/>
                </a:cubicBezTo>
                <a:cubicBezTo>
                  <a:pt x="412731" y="348821"/>
                  <a:pt x="230399" y="316698"/>
                  <a:pt x="0" y="338554"/>
                </a:cubicBezTo>
                <a:cubicBezTo>
                  <a:pt x="-4061" y="256460"/>
                  <a:pt x="19578" y="97765"/>
                  <a:pt x="0" y="0"/>
                </a:cubicBezTo>
                <a:close/>
              </a:path>
            </a:pathLst>
          </a:custGeom>
          <a:solidFill>
            <a:schemeClr val="tx2"/>
          </a:solidFill>
          <a:ln w="38100">
            <a:solidFill>
              <a:schemeClr val="tx1">
                <a:lumMod val="50000"/>
                <a:lumOff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373667371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sz="1600" dirty="0" err="1">
                <a:solidFill>
                  <a:schemeClr val="bg1"/>
                </a:solidFill>
              </a:rPr>
              <a:t>Uns</a:t>
            </a:r>
            <a:r>
              <a:rPr sz="1600" dirty="0" err="1">
                <a:solidFill>
                  <a:schemeClr val="bg1"/>
                </a:solidFill>
              </a:rPr>
              <a:t>upervised</a:t>
            </a:r>
            <a:r>
              <a:rPr lang="en-GB" sz="1600" dirty="0">
                <a:solidFill>
                  <a:schemeClr val="bg1"/>
                </a:solidFill>
              </a:rPr>
              <a:t> ML</a:t>
            </a:r>
            <a:endParaRPr sz="1600" dirty="0">
              <a:solidFill>
                <a:schemeClr val="bg1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9E06531-E86A-454A-96FE-9B49F1EF1D3E}"/>
              </a:ext>
            </a:extLst>
          </p:cNvPr>
          <p:cNvSpPr txBox="1"/>
          <p:nvPr/>
        </p:nvSpPr>
        <p:spPr>
          <a:xfrm>
            <a:off x="7163545" y="4373812"/>
            <a:ext cx="1920814" cy="338554"/>
          </a:xfrm>
          <a:custGeom>
            <a:avLst/>
            <a:gdLst>
              <a:gd name="connsiteX0" fmla="*/ 0 w 1920814"/>
              <a:gd name="connsiteY0" fmla="*/ 0 h 338554"/>
              <a:gd name="connsiteX1" fmla="*/ 518620 w 1920814"/>
              <a:gd name="connsiteY1" fmla="*/ 0 h 338554"/>
              <a:gd name="connsiteX2" fmla="*/ 1018031 w 1920814"/>
              <a:gd name="connsiteY2" fmla="*/ 0 h 338554"/>
              <a:gd name="connsiteX3" fmla="*/ 1440611 w 1920814"/>
              <a:gd name="connsiteY3" fmla="*/ 0 h 338554"/>
              <a:gd name="connsiteX4" fmla="*/ 1920814 w 1920814"/>
              <a:gd name="connsiteY4" fmla="*/ 0 h 338554"/>
              <a:gd name="connsiteX5" fmla="*/ 1920814 w 1920814"/>
              <a:gd name="connsiteY5" fmla="*/ 338554 h 338554"/>
              <a:gd name="connsiteX6" fmla="*/ 1498235 w 1920814"/>
              <a:gd name="connsiteY6" fmla="*/ 338554 h 338554"/>
              <a:gd name="connsiteX7" fmla="*/ 1037240 w 1920814"/>
              <a:gd name="connsiteY7" fmla="*/ 338554 h 338554"/>
              <a:gd name="connsiteX8" fmla="*/ 614660 w 1920814"/>
              <a:gd name="connsiteY8" fmla="*/ 338554 h 338554"/>
              <a:gd name="connsiteX9" fmla="*/ 0 w 1920814"/>
              <a:gd name="connsiteY9" fmla="*/ 338554 h 338554"/>
              <a:gd name="connsiteX10" fmla="*/ 0 w 1920814"/>
              <a:gd name="connsiteY10" fmla="*/ 0 h 338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20814" h="338554" fill="none" extrusionOk="0">
                <a:moveTo>
                  <a:pt x="0" y="0"/>
                </a:moveTo>
                <a:cubicBezTo>
                  <a:pt x="168441" y="-13596"/>
                  <a:pt x="387552" y="4605"/>
                  <a:pt x="518620" y="0"/>
                </a:cubicBezTo>
                <a:cubicBezTo>
                  <a:pt x="649688" y="-4605"/>
                  <a:pt x="887069" y="48778"/>
                  <a:pt x="1018031" y="0"/>
                </a:cubicBezTo>
                <a:cubicBezTo>
                  <a:pt x="1148993" y="-48778"/>
                  <a:pt x="1350838" y="30339"/>
                  <a:pt x="1440611" y="0"/>
                </a:cubicBezTo>
                <a:cubicBezTo>
                  <a:pt x="1530384" y="-30339"/>
                  <a:pt x="1692837" y="53787"/>
                  <a:pt x="1920814" y="0"/>
                </a:cubicBezTo>
                <a:cubicBezTo>
                  <a:pt x="1940530" y="81081"/>
                  <a:pt x="1917728" y="173069"/>
                  <a:pt x="1920814" y="338554"/>
                </a:cubicBezTo>
                <a:cubicBezTo>
                  <a:pt x="1714895" y="367048"/>
                  <a:pt x="1593058" y="303410"/>
                  <a:pt x="1498235" y="338554"/>
                </a:cubicBezTo>
                <a:cubicBezTo>
                  <a:pt x="1403412" y="373698"/>
                  <a:pt x="1261210" y="301863"/>
                  <a:pt x="1037240" y="338554"/>
                </a:cubicBezTo>
                <a:cubicBezTo>
                  <a:pt x="813271" y="375245"/>
                  <a:pt x="810903" y="298286"/>
                  <a:pt x="614660" y="338554"/>
                </a:cubicBezTo>
                <a:cubicBezTo>
                  <a:pt x="418417" y="378822"/>
                  <a:pt x="144633" y="279398"/>
                  <a:pt x="0" y="338554"/>
                </a:cubicBezTo>
                <a:cubicBezTo>
                  <a:pt x="-148" y="269489"/>
                  <a:pt x="29919" y="78018"/>
                  <a:pt x="0" y="0"/>
                </a:cubicBezTo>
                <a:close/>
              </a:path>
              <a:path w="1920814" h="338554" stroke="0" extrusionOk="0">
                <a:moveTo>
                  <a:pt x="0" y="0"/>
                </a:moveTo>
                <a:cubicBezTo>
                  <a:pt x="222134" y="-40553"/>
                  <a:pt x="362177" y="37410"/>
                  <a:pt x="480204" y="0"/>
                </a:cubicBezTo>
                <a:cubicBezTo>
                  <a:pt x="598231" y="-37410"/>
                  <a:pt x="734382" y="42710"/>
                  <a:pt x="902783" y="0"/>
                </a:cubicBezTo>
                <a:cubicBezTo>
                  <a:pt x="1071184" y="-42710"/>
                  <a:pt x="1161411" y="42969"/>
                  <a:pt x="1344570" y="0"/>
                </a:cubicBezTo>
                <a:cubicBezTo>
                  <a:pt x="1527729" y="-42969"/>
                  <a:pt x="1732713" y="55722"/>
                  <a:pt x="1920814" y="0"/>
                </a:cubicBezTo>
                <a:cubicBezTo>
                  <a:pt x="1934312" y="136264"/>
                  <a:pt x="1910575" y="207629"/>
                  <a:pt x="1920814" y="338554"/>
                </a:cubicBezTo>
                <a:cubicBezTo>
                  <a:pt x="1815635" y="373644"/>
                  <a:pt x="1682205" y="337546"/>
                  <a:pt x="1498235" y="338554"/>
                </a:cubicBezTo>
                <a:cubicBezTo>
                  <a:pt x="1314265" y="339562"/>
                  <a:pt x="1209261" y="322526"/>
                  <a:pt x="1037240" y="338554"/>
                </a:cubicBezTo>
                <a:cubicBezTo>
                  <a:pt x="865219" y="354582"/>
                  <a:pt x="788324" y="316042"/>
                  <a:pt x="595452" y="338554"/>
                </a:cubicBezTo>
                <a:cubicBezTo>
                  <a:pt x="402580" y="361066"/>
                  <a:pt x="177726" y="328085"/>
                  <a:pt x="0" y="338554"/>
                </a:cubicBezTo>
                <a:cubicBezTo>
                  <a:pt x="-4061" y="256460"/>
                  <a:pt x="19578" y="97765"/>
                  <a:pt x="0" y="0"/>
                </a:cubicBezTo>
                <a:close/>
              </a:path>
            </a:pathLst>
          </a:custGeom>
          <a:solidFill>
            <a:schemeClr val="tx2"/>
          </a:solidFill>
          <a:ln w="38100">
            <a:solidFill>
              <a:schemeClr val="tx1">
                <a:lumMod val="50000"/>
                <a:lumOff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373667371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sz="1600" dirty="0">
                <a:solidFill>
                  <a:schemeClr val="bg1"/>
                </a:solidFill>
              </a:rPr>
              <a:t>S</a:t>
            </a:r>
            <a:r>
              <a:rPr sz="1600" dirty="0" err="1">
                <a:solidFill>
                  <a:schemeClr val="bg1"/>
                </a:solidFill>
              </a:rPr>
              <a:t>upervise</a:t>
            </a:r>
            <a:r>
              <a:rPr lang="en-GB" sz="1600" dirty="0">
                <a:solidFill>
                  <a:schemeClr val="bg1"/>
                </a:solidFill>
              </a:rPr>
              <a:t>d ML</a:t>
            </a:r>
            <a:endParaRPr sz="1600" dirty="0">
              <a:solidFill>
                <a:schemeClr val="bg1"/>
              </a:solidFill>
            </a:endParaRP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B06F0B0-A8E1-4860-94AC-C9D6776451D8}"/>
              </a:ext>
            </a:extLst>
          </p:cNvPr>
          <p:cNvCxnSpPr>
            <a:cxnSpLocks/>
            <a:stCxn id="66" idx="3"/>
            <a:endCxn id="55" idx="1"/>
          </p:cNvCxnSpPr>
          <p:nvPr/>
        </p:nvCxnSpPr>
        <p:spPr>
          <a:xfrm>
            <a:off x="3092853" y="1945170"/>
            <a:ext cx="546776" cy="1494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73141806-9EDF-432A-B75E-86346369653E}"/>
              </a:ext>
            </a:extLst>
          </p:cNvPr>
          <p:cNvCxnSpPr>
            <a:cxnSpLocks/>
            <a:stCxn id="55" idx="3"/>
          </p:cNvCxnSpPr>
          <p:nvPr/>
        </p:nvCxnSpPr>
        <p:spPr>
          <a:xfrm>
            <a:off x="5468429" y="1960117"/>
            <a:ext cx="1192341" cy="282989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956318B6-72F7-4E9A-A25F-E2A0E08D37F5}"/>
              </a:ext>
            </a:extLst>
          </p:cNvPr>
          <p:cNvCxnSpPr>
            <a:cxnSpLocks/>
            <a:endCxn id="57" idx="0"/>
          </p:cNvCxnSpPr>
          <p:nvPr/>
        </p:nvCxnSpPr>
        <p:spPr>
          <a:xfrm rot="5400000">
            <a:off x="5157961" y="1432776"/>
            <a:ext cx="384702" cy="262091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8BA2B975-7991-4219-837C-B70BFD85B29E}"/>
              </a:ext>
            </a:extLst>
          </p:cNvPr>
          <p:cNvSpPr txBox="1"/>
          <p:nvPr/>
        </p:nvSpPr>
        <p:spPr>
          <a:xfrm>
            <a:off x="1264053" y="1760504"/>
            <a:ext cx="1828800" cy="369332"/>
          </a:xfrm>
          <a:custGeom>
            <a:avLst/>
            <a:gdLst>
              <a:gd name="connsiteX0" fmla="*/ 0 w 1828800"/>
              <a:gd name="connsiteY0" fmla="*/ 0 h 369332"/>
              <a:gd name="connsiteX1" fmla="*/ 646176 w 1828800"/>
              <a:gd name="connsiteY1" fmla="*/ 0 h 369332"/>
              <a:gd name="connsiteX2" fmla="*/ 1219200 w 1828800"/>
              <a:gd name="connsiteY2" fmla="*/ 0 h 369332"/>
              <a:gd name="connsiteX3" fmla="*/ 1828800 w 1828800"/>
              <a:gd name="connsiteY3" fmla="*/ 0 h 369332"/>
              <a:gd name="connsiteX4" fmla="*/ 1828800 w 1828800"/>
              <a:gd name="connsiteY4" fmla="*/ 369332 h 369332"/>
              <a:gd name="connsiteX5" fmla="*/ 1182624 w 1828800"/>
              <a:gd name="connsiteY5" fmla="*/ 369332 h 369332"/>
              <a:gd name="connsiteX6" fmla="*/ 573024 w 1828800"/>
              <a:gd name="connsiteY6" fmla="*/ 369332 h 369332"/>
              <a:gd name="connsiteX7" fmla="*/ 0 w 1828800"/>
              <a:gd name="connsiteY7" fmla="*/ 369332 h 369332"/>
              <a:gd name="connsiteX8" fmla="*/ 0 w 1828800"/>
              <a:gd name="connsiteY8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28800" h="369332" fill="none" extrusionOk="0">
                <a:moveTo>
                  <a:pt x="0" y="0"/>
                </a:moveTo>
                <a:cubicBezTo>
                  <a:pt x="286605" y="-14442"/>
                  <a:pt x="336398" y="11746"/>
                  <a:pt x="646176" y="0"/>
                </a:cubicBezTo>
                <a:cubicBezTo>
                  <a:pt x="955954" y="-11746"/>
                  <a:pt x="1034773" y="-21758"/>
                  <a:pt x="1219200" y="0"/>
                </a:cubicBezTo>
                <a:cubicBezTo>
                  <a:pt x="1403627" y="21758"/>
                  <a:pt x="1566933" y="-6290"/>
                  <a:pt x="1828800" y="0"/>
                </a:cubicBezTo>
                <a:cubicBezTo>
                  <a:pt x="1843596" y="128329"/>
                  <a:pt x="1825736" y="281279"/>
                  <a:pt x="1828800" y="369332"/>
                </a:cubicBezTo>
                <a:cubicBezTo>
                  <a:pt x="1508321" y="354811"/>
                  <a:pt x="1317882" y="393491"/>
                  <a:pt x="1182624" y="369332"/>
                </a:cubicBezTo>
                <a:cubicBezTo>
                  <a:pt x="1047366" y="345173"/>
                  <a:pt x="754869" y="368439"/>
                  <a:pt x="573024" y="369332"/>
                </a:cubicBezTo>
                <a:cubicBezTo>
                  <a:pt x="391179" y="370225"/>
                  <a:pt x="140326" y="360811"/>
                  <a:pt x="0" y="369332"/>
                </a:cubicBezTo>
                <a:cubicBezTo>
                  <a:pt x="14693" y="194832"/>
                  <a:pt x="-5338" y="115888"/>
                  <a:pt x="0" y="0"/>
                </a:cubicBezTo>
                <a:close/>
              </a:path>
              <a:path w="1828800" h="369332" stroke="0" extrusionOk="0">
                <a:moveTo>
                  <a:pt x="0" y="0"/>
                </a:moveTo>
                <a:cubicBezTo>
                  <a:pt x="247623" y="16798"/>
                  <a:pt x="302434" y="-20480"/>
                  <a:pt x="573024" y="0"/>
                </a:cubicBezTo>
                <a:cubicBezTo>
                  <a:pt x="843614" y="20480"/>
                  <a:pt x="1042940" y="-18222"/>
                  <a:pt x="1164336" y="0"/>
                </a:cubicBezTo>
                <a:cubicBezTo>
                  <a:pt x="1285732" y="18222"/>
                  <a:pt x="1591570" y="-16394"/>
                  <a:pt x="1828800" y="0"/>
                </a:cubicBezTo>
                <a:cubicBezTo>
                  <a:pt x="1811817" y="85568"/>
                  <a:pt x="1815663" y="246786"/>
                  <a:pt x="1828800" y="369332"/>
                </a:cubicBezTo>
                <a:cubicBezTo>
                  <a:pt x="1700772" y="394966"/>
                  <a:pt x="1408277" y="394523"/>
                  <a:pt x="1237488" y="369332"/>
                </a:cubicBezTo>
                <a:cubicBezTo>
                  <a:pt x="1066699" y="344141"/>
                  <a:pt x="787096" y="352958"/>
                  <a:pt x="591312" y="369332"/>
                </a:cubicBezTo>
                <a:cubicBezTo>
                  <a:pt x="395528" y="385706"/>
                  <a:pt x="237868" y="387646"/>
                  <a:pt x="0" y="369332"/>
                </a:cubicBezTo>
                <a:cubicBezTo>
                  <a:pt x="2491" y="283553"/>
                  <a:pt x="4609" y="113202"/>
                  <a:pt x="0" y="0"/>
                </a:cubicBezTo>
                <a:close/>
              </a:path>
            </a:pathLst>
          </a:custGeom>
          <a:solidFill>
            <a:schemeClr val="tx2"/>
          </a:solidFill>
          <a:ln>
            <a:solidFill>
              <a:schemeClr val="tx1">
                <a:lumMod val="50000"/>
                <a:lumOff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315266199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 b="1"/>
            </a:lvl1pPr>
          </a:lstStyle>
          <a:p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 collection</a:t>
            </a:r>
          </a:p>
        </p:txBody>
      </p: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9F429E8E-58AD-49E9-A1BB-FE46D62F77DB}"/>
              </a:ext>
            </a:extLst>
          </p:cNvPr>
          <p:cNvCxnSpPr>
            <a:cxnSpLocks/>
            <a:stCxn id="60" idx="2"/>
            <a:endCxn id="62" idx="0"/>
          </p:cNvCxnSpPr>
          <p:nvPr/>
        </p:nvCxnSpPr>
        <p:spPr>
          <a:xfrm rot="5400000">
            <a:off x="8133554" y="3233760"/>
            <a:ext cx="1130450" cy="1149654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157DEE15-771C-4EF8-A3F1-48B6D7655669}"/>
              </a:ext>
            </a:extLst>
          </p:cNvPr>
          <p:cNvCxnSpPr>
            <a:stCxn id="60" idx="2"/>
            <a:endCxn id="61" idx="0"/>
          </p:cNvCxnSpPr>
          <p:nvPr/>
        </p:nvCxnSpPr>
        <p:spPr>
          <a:xfrm rot="16200000" flipH="1">
            <a:off x="9412808" y="3104160"/>
            <a:ext cx="1125591" cy="1403994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1A4E665C-80E3-4E20-8A70-B25D135AFFE9}"/>
              </a:ext>
            </a:extLst>
          </p:cNvPr>
          <p:cNvCxnSpPr>
            <a:cxnSpLocks/>
            <a:stCxn id="60" idx="2"/>
            <a:endCxn id="137" idx="0"/>
          </p:cNvCxnSpPr>
          <p:nvPr/>
        </p:nvCxnSpPr>
        <p:spPr>
          <a:xfrm>
            <a:off x="9273606" y="3243362"/>
            <a:ext cx="0" cy="169309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1A4779EF-5E4D-4F2D-96C4-CB3A6207EEF3}"/>
              </a:ext>
            </a:extLst>
          </p:cNvPr>
          <p:cNvCxnSpPr>
            <a:cxnSpLocks/>
            <a:stCxn id="58" idx="2"/>
            <a:endCxn id="74" idx="0"/>
          </p:cNvCxnSpPr>
          <p:nvPr/>
        </p:nvCxnSpPr>
        <p:spPr>
          <a:xfrm rot="5400000">
            <a:off x="1845099" y="3992592"/>
            <a:ext cx="785676" cy="97156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5248B071-7DB2-48A3-8106-1A6506EFCFB6}"/>
              </a:ext>
            </a:extLst>
          </p:cNvPr>
          <p:cNvCxnSpPr>
            <a:cxnSpLocks/>
            <a:stCxn id="58" idx="2"/>
            <a:endCxn id="73" idx="0"/>
          </p:cNvCxnSpPr>
          <p:nvPr/>
        </p:nvCxnSpPr>
        <p:spPr>
          <a:xfrm rot="16200000" flipH="1">
            <a:off x="3022446" y="3786809"/>
            <a:ext cx="785676" cy="138313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8B8B4D56-4063-44B7-944D-FD59D19241A3}"/>
              </a:ext>
            </a:extLst>
          </p:cNvPr>
          <p:cNvCxnSpPr>
            <a:cxnSpLocks/>
            <a:stCxn id="59" idx="2"/>
            <a:endCxn id="75" idx="0"/>
          </p:cNvCxnSpPr>
          <p:nvPr/>
        </p:nvCxnSpPr>
        <p:spPr>
          <a:xfrm rot="16200000" flipH="1">
            <a:off x="5524116" y="3845186"/>
            <a:ext cx="790379" cy="127108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B0FEF8BC-9BD2-46FD-BA4F-2068BD0A053C}"/>
              </a:ext>
            </a:extLst>
          </p:cNvPr>
          <p:cNvSpPr txBox="1"/>
          <p:nvPr/>
        </p:nvSpPr>
        <p:spPr>
          <a:xfrm>
            <a:off x="2997636" y="4871212"/>
            <a:ext cx="2218426" cy="338554"/>
          </a:xfrm>
          <a:custGeom>
            <a:avLst/>
            <a:gdLst>
              <a:gd name="connsiteX0" fmla="*/ 0 w 2218426"/>
              <a:gd name="connsiteY0" fmla="*/ 0 h 338554"/>
              <a:gd name="connsiteX1" fmla="*/ 510238 w 2218426"/>
              <a:gd name="connsiteY1" fmla="*/ 0 h 338554"/>
              <a:gd name="connsiteX2" fmla="*/ 1109213 w 2218426"/>
              <a:gd name="connsiteY2" fmla="*/ 0 h 338554"/>
              <a:gd name="connsiteX3" fmla="*/ 1708188 w 2218426"/>
              <a:gd name="connsiteY3" fmla="*/ 0 h 338554"/>
              <a:gd name="connsiteX4" fmla="*/ 2218426 w 2218426"/>
              <a:gd name="connsiteY4" fmla="*/ 0 h 338554"/>
              <a:gd name="connsiteX5" fmla="*/ 2218426 w 2218426"/>
              <a:gd name="connsiteY5" fmla="*/ 338554 h 338554"/>
              <a:gd name="connsiteX6" fmla="*/ 1708188 w 2218426"/>
              <a:gd name="connsiteY6" fmla="*/ 338554 h 338554"/>
              <a:gd name="connsiteX7" fmla="*/ 1175766 w 2218426"/>
              <a:gd name="connsiteY7" fmla="*/ 338554 h 338554"/>
              <a:gd name="connsiteX8" fmla="*/ 621159 w 2218426"/>
              <a:gd name="connsiteY8" fmla="*/ 338554 h 338554"/>
              <a:gd name="connsiteX9" fmla="*/ 0 w 2218426"/>
              <a:gd name="connsiteY9" fmla="*/ 338554 h 338554"/>
              <a:gd name="connsiteX10" fmla="*/ 0 w 2218426"/>
              <a:gd name="connsiteY10" fmla="*/ 0 h 338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18426" h="338554" extrusionOk="0">
                <a:moveTo>
                  <a:pt x="0" y="0"/>
                </a:moveTo>
                <a:cubicBezTo>
                  <a:pt x="125348" y="-15840"/>
                  <a:pt x="394878" y="29909"/>
                  <a:pt x="510238" y="0"/>
                </a:cubicBezTo>
                <a:cubicBezTo>
                  <a:pt x="625598" y="-29909"/>
                  <a:pt x="912291" y="46245"/>
                  <a:pt x="1109213" y="0"/>
                </a:cubicBezTo>
                <a:cubicBezTo>
                  <a:pt x="1306136" y="-46245"/>
                  <a:pt x="1559608" y="38457"/>
                  <a:pt x="1708188" y="0"/>
                </a:cubicBezTo>
                <a:cubicBezTo>
                  <a:pt x="1856769" y="-38457"/>
                  <a:pt x="2048524" y="39746"/>
                  <a:pt x="2218426" y="0"/>
                </a:cubicBezTo>
                <a:cubicBezTo>
                  <a:pt x="2222529" y="165101"/>
                  <a:pt x="2195803" y="251639"/>
                  <a:pt x="2218426" y="338554"/>
                </a:cubicBezTo>
                <a:cubicBezTo>
                  <a:pt x="2061865" y="384832"/>
                  <a:pt x="1920234" y="312054"/>
                  <a:pt x="1708188" y="338554"/>
                </a:cubicBezTo>
                <a:cubicBezTo>
                  <a:pt x="1496142" y="365054"/>
                  <a:pt x="1422820" y="285900"/>
                  <a:pt x="1175766" y="338554"/>
                </a:cubicBezTo>
                <a:cubicBezTo>
                  <a:pt x="928712" y="391208"/>
                  <a:pt x="861320" y="301076"/>
                  <a:pt x="621159" y="338554"/>
                </a:cubicBezTo>
                <a:cubicBezTo>
                  <a:pt x="380998" y="376032"/>
                  <a:pt x="130056" y="295022"/>
                  <a:pt x="0" y="338554"/>
                </a:cubicBezTo>
                <a:cubicBezTo>
                  <a:pt x="-35821" y="200341"/>
                  <a:pt x="39719" y="128243"/>
                  <a:pt x="0" y="0"/>
                </a:cubicBezTo>
                <a:close/>
              </a:path>
            </a:pathLst>
          </a:custGeom>
          <a:noFill/>
          <a:ln w="38100">
            <a:solidFill>
              <a:srgbClr val="E6AF00"/>
            </a:solidFill>
            <a:extLst>
              <a:ext uri="{C807C97D-BFC1-408E-A445-0C87EB9F89A2}">
                <ask:lineSketchStyleProps xmlns:ask="http://schemas.microsoft.com/office/drawing/2018/sketchyshapes" sd="19591507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 b="1"/>
            </a:lvl1pPr>
          </a:lstStyle>
          <a:p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Supervised ML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4FC5286-F134-4146-BA7F-B3C7ADA13ED5}"/>
              </a:ext>
            </a:extLst>
          </p:cNvPr>
          <p:cNvSpPr txBox="1"/>
          <p:nvPr/>
        </p:nvSpPr>
        <p:spPr>
          <a:xfrm>
            <a:off x="642941" y="4871212"/>
            <a:ext cx="2218426" cy="338554"/>
          </a:xfrm>
          <a:custGeom>
            <a:avLst/>
            <a:gdLst>
              <a:gd name="connsiteX0" fmla="*/ 0 w 2218426"/>
              <a:gd name="connsiteY0" fmla="*/ 0 h 338554"/>
              <a:gd name="connsiteX1" fmla="*/ 510238 w 2218426"/>
              <a:gd name="connsiteY1" fmla="*/ 0 h 338554"/>
              <a:gd name="connsiteX2" fmla="*/ 1109213 w 2218426"/>
              <a:gd name="connsiteY2" fmla="*/ 0 h 338554"/>
              <a:gd name="connsiteX3" fmla="*/ 1708188 w 2218426"/>
              <a:gd name="connsiteY3" fmla="*/ 0 h 338554"/>
              <a:gd name="connsiteX4" fmla="*/ 2218426 w 2218426"/>
              <a:gd name="connsiteY4" fmla="*/ 0 h 338554"/>
              <a:gd name="connsiteX5" fmla="*/ 2218426 w 2218426"/>
              <a:gd name="connsiteY5" fmla="*/ 338554 h 338554"/>
              <a:gd name="connsiteX6" fmla="*/ 1708188 w 2218426"/>
              <a:gd name="connsiteY6" fmla="*/ 338554 h 338554"/>
              <a:gd name="connsiteX7" fmla="*/ 1175766 w 2218426"/>
              <a:gd name="connsiteY7" fmla="*/ 338554 h 338554"/>
              <a:gd name="connsiteX8" fmla="*/ 621159 w 2218426"/>
              <a:gd name="connsiteY8" fmla="*/ 338554 h 338554"/>
              <a:gd name="connsiteX9" fmla="*/ 0 w 2218426"/>
              <a:gd name="connsiteY9" fmla="*/ 338554 h 338554"/>
              <a:gd name="connsiteX10" fmla="*/ 0 w 2218426"/>
              <a:gd name="connsiteY10" fmla="*/ 0 h 338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18426" h="338554" extrusionOk="0">
                <a:moveTo>
                  <a:pt x="0" y="0"/>
                </a:moveTo>
                <a:cubicBezTo>
                  <a:pt x="125348" y="-15840"/>
                  <a:pt x="394878" y="29909"/>
                  <a:pt x="510238" y="0"/>
                </a:cubicBezTo>
                <a:cubicBezTo>
                  <a:pt x="625598" y="-29909"/>
                  <a:pt x="912291" y="46245"/>
                  <a:pt x="1109213" y="0"/>
                </a:cubicBezTo>
                <a:cubicBezTo>
                  <a:pt x="1306136" y="-46245"/>
                  <a:pt x="1559608" y="38457"/>
                  <a:pt x="1708188" y="0"/>
                </a:cubicBezTo>
                <a:cubicBezTo>
                  <a:pt x="1856769" y="-38457"/>
                  <a:pt x="2048524" y="39746"/>
                  <a:pt x="2218426" y="0"/>
                </a:cubicBezTo>
                <a:cubicBezTo>
                  <a:pt x="2222529" y="165101"/>
                  <a:pt x="2195803" y="251639"/>
                  <a:pt x="2218426" y="338554"/>
                </a:cubicBezTo>
                <a:cubicBezTo>
                  <a:pt x="2061865" y="384832"/>
                  <a:pt x="1920234" y="312054"/>
                  <a:pt x="1708188" y="338554"/>
                </a:cubicBezTo>
                <a:cubicBezTo>
                  <a:pt x="1496142" y="365054"/>
                  <a:pt x="1422820" y="285900"/>
                  <a:pt x="1175766" y="338554"/>
                </a:cubicBezTo>
                <a:cubicBezTo>
                  <a:pt x="928712" y="391208"/>
                  <a:pt x="861320" y="301076"/>
                  <a:pt x="621159" y="338554"/>
                </a:cubicBezTo>
                <a:cubicBezTo>
                  <a:pt x="380998" y="376032"/>
                  <a:pt x="130056" y="295022"/>
                  <a:pt x="0" y="338554"/>
                </a:cubicBezTo>
                <a:cubicBezTo>
                  <a:pt x="-35821" y="200341"/>
                  <a:pt x="39719" y="128243"/>
                  <a:pt x="0" y="0"/>
                </a:cubicBezTo>
                <a:close/>
              </a:path>
            </a:pathLst>
          </a:custGeom>
          <a:noFill/>
          <a:ln w="38100">
            <a:solidFill>
              <a:srgbClr val="E6AF00"/>
            </a:solidFill>
            <a:extLst>
              <a:ext uri="{C807C97D-BFC1-408E-A445-0C87EB9F89A2}">
                <ask:lineSketchStyleProps xmlns:ask="http://schemas.microsoft.com/office/drawing/2018/sketchyshapes" sd="19591507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 b="1"/>
            </a:lvl1pPr>
          </a:lstStyle>
          <a:p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Dictionary Methods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B2D945E-370E-44CB-B941-87C311042215}"/>
              </a:ext>
            </a:extLst>
          </p:cNvPr>
          <p:cNvSpPr txBox="1"/>
          <p:nvPr/>
        </p:nvSpPr>
        <p:spPr>
          <a:xfrm>
            <a:off x="5445633" y="4875917"/>
            <a:ext cx="2218426" cy="338554"/>
          </a:xfrm>
          <a:custGeom>
            <a:avLst/>
            <a:gdLst>
              <a:gd name="connsiteX0" fmla="*/ 0 w 2218426"/>
              <a:gd name="connsiteY0" fmla="*/ 0 h 338554"/>
              <a:gd name="connsiteX1" fmla="*/ 510238 w 2218426"/>
              <a:gd name="connsiteY1" fmla="*/ 0 h 338554"/>
              <a:gd name="connsiteX2" fmla="*/ 1109213 w 2218426"/>
              <a:gd name="connsiteY2" fmla="*/ 0 h 338554"/>
              <a:gd name="connsiteX3" fmla="*/ 1708188 w 2218426"/>
              <a:gd name="connsiteY3" fmla="*/ 0 h 338554"/>
              <a:gd name="connsiteX4" fmla="*/ 2218426 w 2218426"/>
              <a:gd name="connsiteY4" fmla="*/ 0 h 338554"/>
              <a:gd name="connsiteX5" fmla="*/ 2218426 w 2218426"/>
              <a:gd name="connsiteY5" fmla="*/ 338554 h 338554"/>
              <a:gd name="connsiteX6" fmla="*/ 1708188 w 2218426"/>
              <a:gd name="connsiteY6" fmla="*/ 338554 h 338554"/>
              <a:gd name="connsiteX7" fmla="*/ 1175766 w 2218426"/>
              <a:gd name="connsiteY7" fmla="*/ 338554 h 338554"/>
              <a:gd name="connsiteX8" fmla="*/ 621159 w 2218426"/>
              <a:gd name="connsiteY8" fmla="*/ 338554 h 338554"/>
              <a:gd name="connsiteX9" fmla="*/ 0 w 2218426"/>
              <a:gd name="connsiteY9" fmla="*/ 338554 h 338554"/>
              <a:gd name="connsiteX10" fmla="*/ 0 w 2218426"/>
              <a:gd name="connsiteY10" fmla="*/ 0 h 338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18426" h="338554" extrusionOk="0">
                <a:moveTo>
                  <a:pt x="0" y="0"/>
                </a:moveTo>
                <a:cubicBezTo>
                  <a:pt x="125348" y="-15840"/>
                  <a:pt x="394878" y="29909"/>
                  <a:pt x="510238" y="0"/>
                </a:cubicBezTo>
                <a:cubicBezTo>
                  <a:pt x="625598" y="-29909"/>
                  <a:pt x="912291" y="46245"/>
                  <a:pt x="1109213" y="0"/>
                </a:cubicBezTo>
                <a:cubicBezTo>
                  <a:pt x="1306136" y="-46245"/>
                  <a:pt x="1559608" y="38457"/>
                  <a:pt x="1708188" y="0"/>
                </a:cubicBezTo>
                <a:cubicBezTo>
                  <a:pt x="1856769" y="-38457"/>
                  <a:pt x="2048524" y="39746"/>
                  <a:pt x="2218426" y="0"/>
                </a:cubicBezTo>
                <a:cubicBezTo>
                  <a:pt x="2222529" y="165101"/>
                  <a:pt x="2195803" y="251639"/>
                  <a:pt x="2218426" y="338554"/>
                </a:cubicBezTo>
                <a:cubicBezTo>
                  <a:pt x="2061865" y="384832"/>
                  <a:pt x="1920234" y="312054"/>
                  <a:pt x="1708188" y="338554"/>
                </a:cubicBezTo>
                <a:cubicBezTo>
                  <a:pt x="1496142" y="365054"/>
                  <a:pt x="1422820" y="285900"/>
                  <a:pt x="1175766" y="338554"/>
                </a:cubicBezTo>
                <a:cubicBezTo>
                  <a:pt x="928712" y="391208"/>
                  <a:pt x="861320" y="301076"/>
                  <a:pt x="621159" y="338554"/>
                </a:cubicBezTo>
                <a:cubicBezTo>
                  <a:pt x="380998" y="376032"/>
                  <a:pt x="130056" y="295022"/>
                  <a:pt x="0" y="338554"/>
                </a:cubicBezTo>
                <a:cubicBezTo>
                  <a:pt x="-35821" y="200341"/>
                  <a:pt x="39719" y="128243"/>
                  <a:pt x="0" y="0"/>
                </a:cubicBezTo>
                <a:close/>
              </a:path>
            </a:pathLst>
          </a:custGeom>
          <a:noFill/>
          <a:ln w="38100">
            <a:solidFill>
              <a:srgbClr val="E6AF00"/>
            </a:solidFill>
            <a:extLst>
              <a:ext uri="{C807C97D-BFC1-408E-A445-0C87EB9F89A2}">
                <ask:lineSketchStyleProps xmlns:ask="http://schemas.microsoft.com/office/drawing/2018/sketchyshapes" sd="19591507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 b="1"/>
            </a:lvl1pPr>
          </a:lstStyle>
          <a:p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Unsupervised ML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6" name="Arrow: Bent 75">
            <a:extLst>
              <a:ext uri="{FF2B5EF4-FFF2-40B4-BE49-F238E27FC236}">
                <a16:creationId xmlns:a16="http://schemas.microsoft.com/office/drawing/2014/main" id="{C4F86084-FB58-4CC6-A365-52BDD59ECEBB}"/>
              </a:ext>
            </a:extLst>
          </p:cNvPr>
          <p:cNvSpPr/>
          <p:nvPr/>
        </p:nvSpPr>
        <p:spPr>
          <a:xfrm flipV="1">
            <a:off x="2907181" y="5598273"/>
            <a:ext cx="2671875" cy="444500"/>
          </a:xfrm>
          <a:prstGeom prst="bentArrow">
            <a:avLst>
              <a:gd name="adj1" fmla="val 25000"/>
              <a:gd name="adj2" fmla="val 25000"/>
              <a:gd name="adj3" fmla="val 39965"/>
              <a:gd name="adj4" fmla="val 4375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7" name="Arrow: Bent 76">
            <a:extLst>
              <a:ext uri="{FF2B5EF4-FFF2-40B4-BE49-F238E27FC236}">
                <a16:creationId xmlns:a16="http://schemas.microsoft.com/office/drawing/2014/main" id="{07DD3421-51AD-4303-B45D-65469F3B7978}"/>
              </a:ext>
            </a:extLst>
          </p:cNvPr>
          <p:cNvSpPr/>
          <p:nvPr/>
        </p:nvSpPr>
        <p:spPr>
          <a:xfrm flipH="1" flipV="1">
            <a:off x="7023269" y="5598271"/>
            <a:ext cx="2344849" cy="420103"/>
          </a:xfrm>
          <a:prstGeom prst="bentArrow">
            <a:avLst>
              <a:gd name="adj1" fmla="val 25000"/>
              <a:gd name="adj2" fmla="val 25000"/>
              <a:gd name="adj3" fmla="val 39965"/>
              <a:gd name="adj4" fmla="val 43750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509384E-80C1-4113-8B67-5CD82C3AE75E}"/>
              </a:ext>
            </a:extLst>
          </p:cNvPr>
          <p:cNvSpPr txBox="1"/>
          <p:nvPr/>
        </p:nvSpPr>
        <p:spPr>
          <a:xfrm>
            <a:off x="5695352" y="5598272"/>
            <a:ext cx="1211621" cy="584775"/>
          </a:xfrm>
          <a:custGeom>
            <a:avLst/>
            <a:gdLst>
              <a:gd name="connsiteX0" fmla="*/ 0 w 1211621"/>
              <a:gd name="connsiteY0" fmla="*/ 0 h 584775"/>
              <a:gd name="connsiteX1" fmla="*/ 605811 w 1211621"/>
              <a:gd name="connsiteY1" fmla="*/ 0 h 584775"/>
              <a:gd name="connsiteX2" fmla="*/ 1211621 w 1211621"/>
              <a:gd name="connsiteY2" fmla="*/ 0 h 584775"/>
              <a:gd name="connsiteX3" fmla="*/ 1211621 w 1211621"/>
              <a:gd name="connsiteY3" fmla="*/ 584775 h 584775"/>
              <a:gd name="connsiteX4" fmla="*/ 630043 w 1211621"/>
              <a:gd name="connsiteY4" fmla="*/ 584775 h 584775"/>
              <a:gd name="connsiteX5" fmla="*/ 0 w 1211621"/>
              <a:gd name="connsiteY5" fmla="*/ 584775 h 584775"/>
              <a:gd name="connsiteX6" fmla="*/ 0 w 1211621"/>
              <a:gd name="connsiteY6" fmla="*/ 0 h 584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1621" h="584775" fill="none" extrusionOk="0">
                <a:moveTo>
                  <a:pt x="0" y="0"/>
                </a:moveTo>
                <a:cubicBezTo>
                  <a:pt x="208536" y="24797"/>
                  <a:pt x="344090" y="6711"/>
                  <a:pt x="605811" y="0"/>
                </a:cubicBezTo>
                <a:cubicBezTo>
                  <a:pt x="867532" y="-6711"/>
                  <a:pt x="1015900" y="-16780"/>
                  <a:pt x="1211621" y="0"/>
                </a:cubicBezTo>
                <a:cubicBezTo>
                  <a:pt x="1206102" y="216644"/>
                  <a:pt x="1195503" y="360885"/>
                  <a:pt x="1211621" y="584775"/>
                </a:cubicBezTo>
                <a:cubicBezTo>
                  <a:pt x="1007080" y="570732"/>
                  <a:pt x="842021" y="613475"/>
                  <a:pt x="630043" y="584775"/>
                </a:cubicBezTo>
                <a:cubicBezTo>
                  <a:pt x="418065" y="556075"/>
                  <a:pt x="150166" y="563000"/>
                  <a:pt x="0" y="584775"/>
                </a:cubicBezTo>
                <a:cubicBezTo>
                  <a:pt x="19338" y="448850"/>
                  <a:pt x="4254" y="184406"/>
                  <a:pt x="0" y="0"/>
                </a:cubicBezTo>
                <a:close/>
              </a:path>
              <a:path w="1211621" h="584775" stroke="0" extrusionOk="0">
                <a:moveTo>
                  <a:pt x="0" y="0"/>
                </a:moveTo>
                <a:cubicBezTo>
                  <a:pt x="130548" y="-27436"/>
                  <a:pt x="477352" y="-10511"/>
                  <a:pt x="630043" y="0"/>
                </a:cubicBezTo>
                <a:cubicBezTo>
                  <a:pt x="782734" y="10511"/>
                  <a:pt x="1048303" y="-23242"/>
                  <a:pt x="1211621" y="0"/>
                </a:cubicBezTo>
                <a:cubicBezTo>
                  <a:pt x="1184118" y="249299"/>
                  <a:pt x="1192880" y="413117"/>
                  <a:pt x="1211621" y="584775"/>
                </a:cubicBezTo>
                <a:cubicBezTo>
                  <a:pt x="965000" y="575270"/>
                  <a:pt x="897149" y="606404"/>
                  <a:pt x="617927" y="584775"/>
                </a:cubicBezTo>
                <a:cubicBezTo>
                  <a:pt x="338705" y="563146"/>
                  <a:pt x="260904" y="561216"/>
                  <a:pt x="0" y="584775"/>
                </a:cubicBezTo>
                <a:cubicBezTo>
                  <a:pt x="13829" y="340904"/>
                  <a:pt x="6374" y="250375"/>
                  <a:pt x="0" y="0"/>
                </a:cubicBezTo>
                <a:close/>
              </a:path>
            </a:pathLst>
          </a:custGeom>
          <a:solidFill>
            <a:srgbClr val="7030A0"/>
          </a:solidFill>
          <a:ln w="28575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83223180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de-DE"/>
            </a:defPPr>
            <a:lvl1pPr algn="ctr">
              <a:defRPr b="1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sz="3200" dirty="0">
                <a:solidFill>
                  <a:schemeClr val="bg1"/>
                </a:solidFill>
              </a:rPr>
              <a:t>LLMs</a:t>
            </a:r>
            <a:endParaRPr sz="3200" dirty="0">
              <a:solidFill>
                <a:schemeClr val="bg1"/>
              </a:solidFill>
            </a:endParaRPr>
          </a:p>
        </p:txBody>
      </p:sp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id="{B07AACFB-D747-4910-9632-2C4C8B0EC449}"/>
              </a:ext>
            </a:extLst>
          </p:cNvPr>
          <p:cNvCxnSpPr>
            <a:cxnSpLocks/>
            <a:stCxn id="57" idx="2"/>
            <a:endCxn id="58" idx="0"/>
          </p:cNvCxnSpPr>
          <p:nvPr/>
        </p:nvCxnSpPr>
        <p:spPr>
          <a:xfrm rot="5400000">
            <a:off x="3129977" y="2837105"/>
            <a:ext cx="503620" cy="131613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29D67D22-8BF5-41D1-8B1F-E5AB6C297A41}"/>
              </a:ext>
            </a:extLst>
          </p:cNvPr>
          <p:cNvCxnSpPr>
            <a:cxnSpLocks/>
            <a:stCxn id="57" idx="2"/>
            <a:endCxn id="59" idx="0"/>
          </p:cNvCxnSpPr>
          <p:nvPr/>
        </p:nvCxnSpPr>
        <p:spPr>
          <a:xfrm rot="16200000" flipH="1">
            <a:off x="4409998" y="2873218"/>
            <a:ext cx="503622" cy="124391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B6367717-0550-4DC6-B7F3-67434B5DF206}"/>
              </a:ext>
            </a:extLst>
          </p:cNvPr>
          <p:cNvSpPr txBox="1"/>
          <p:nvPr/>
        </p:nvSpPr>
        <p:spPr>
          <a:xfrm>
            <a:off x="8313199" y="4936452"/>
            <a:ext cx="1920814" cy="338554"/>
          </a:xfrm>
          <a:custGeom>
            <a:avLst/>
            <a:gdLst>
              <a:gd name="connsiteX0" fmla="*/ 0 w 1920814"/>
              <a:gd name="connsiteY0" fmla="*/ 0 h 338554"/>
              <a:gd name="connsiteX1" fmla="*/ 518620 w 1920814"/>
              <a:gd name="connsiteY1" fmla="*/ 0 h 338554"/>
              <a:gd name="connsiteX2" fmla="*/ 1018031 w 1920814"/>
              <a:gd name="connsiteY2" fmla="*/ 0 h 338554"/>
              <a:gd name="connsiteX3" fmla="*/ 1440611 w 1920814"/>
              <a:gd name="connsiteY3" fmla="*/ 0 h 338554"/>
              <a:gd name="connsiteX4" fmla="*/ 1920814 w 1920814"/>
              <a:gd name="connsiteY4" fmla="*/ 0 h 338554"/>
              <a:gd name="connsiteX5" fmla="*/ 1920814 w 1920814"/>
              <a:gd name="connsiteY5" fmla="*/ 338554 h 338554"/>
              <a:gd name="connsiteX6" fmla="*/ 1498235 w 1920814"/>
              <a:gd name="connsiteY6" fmla="*/ 338554 h 338554"/>
              <a:gd name="connsiteX7" fmla="*/ 1037240 w 1920814"/>
              <a:gd name="connsiteY7" fmla="*/ 338554 h 338554"/>
              <a:gd name="connsiteX8" fmla="*/ 614660 w 1920814"/>
              <a:gd name="connsiteY8" fmla="*/ 338554 h 338554"/>
              <a:gd name="connsiteX9" fmla="*/ 0 w 1920814"/>
              <a:gd name="connsiteY9" fmla="*/ 338554 h 338554"/>
              <a:gd name="connsiteX10" fmla="*/ 0 w 1920814"/>
              <a:gd name="connsiteY10" fmla="*/ 0 h 338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20814" h="338554" fill="none" extrusionOk="0">
                <a:moveTo>
                  <a:pt x="0" y="0"/>
                </a:moveTo>
                <a:cubicBezTo>
                  <a:pt x="168441" y="-13596"/>
                  <a:pt x="387552" y="4605"/>
                  <a:pt x="518620" y="0"/>
                </a:cubicBezTo>
                <a:cubicBezTo>
                  <a:pt x="649688" y="-4605"/>
                  <a:pt x="887069" y="48778"/>
                  <a:pt x="1018031" y="0"/>
                </a:cubicBezTo>
                <a:cubicBezTo>
                  <a:pt x="1148993" y="-48778"/>
                  <a:pt x="1350838" y="30339"/>
                  <a:pt x="1440611" y="0"/>
                </a:cubicBezTo>
                <a:cubicBezTo>
                  <a:pt x="1530384" y="-30339"/>
                  <a:pt x="1692837" y="53787"/>
                  <a:pt x="1920814" y="0"/>
                </a:cubicBezTo>
                <a:cubicBezTo>
                  <a:pt x="1940530" y="81081"/>
                  <a:pt x="1917728" y="173069"/>
                  <a:pt x="1920814" y="338554"/>
                </a:cubicBezTo>
                <a:cubicBezTo>
                  <a:pt x="1714895" y="367048"/>
                  <a:pt x="1593058" y="303410"/>
                  <a:pt x="1498235" y="338554"/>
                </a:cubicBezTo>
                <a:cubicBezTo>
                  <a:pt x="1403412" y="373698"/>
                  <a:pt x="1261210" y="301863"/>
                  <a:pt x="1037240" y="338554"/>
                </a:cubicBezTo>
                <a:cubicBezTo>
                  <a:pt x="813271" y="375245"/>
                  <a:pt x="810903" y="298286"/>
                  <a:pt x="614660" y="338554"/>
                </a:cubicBezTo>
                <a:cubicBezTo>
                  <a:pt x="418417" y="378822"/>
                  <a:pt x="144633" y="279398"/>
                  <a:pt x="0" y="338554"/>
                </a:cubicBezTo>
                <a:cubicBezTo>
                  <a:pt x="-148" y="269489"/>
                  <a:pt x="29919" y="78018"/>
                  <a:pt x="0" y="0"/>
                </a:cubicBezTo>
                <a:close/>
              </a:path>
              <a:path w="1920814" h="338554" stroke="0" extrusionOk="0">
                <a:moveTo>
                  <a:pt x="0" y="0"/>
                </a:moveTo>
                <a:cubicBezTo>
                  <a:pt x="222134" y="-40553"/>
                  <a:pt x="362177" y="37410"/>
                  <a:pt x="480204" y="0"/>
                </a:cubicBezTo>
                <a:cubicBezTo>
                  <a:pt x="598231" y="-37410"/>
                  <a:pt x="734382" y="42710"/>
                  <a:pt x="902783" y="0"/>
                </a:cubicBezTo>
                <a:cubicBezTo>
                  <a:pt x="1071184" y="-42710"/>
                  <a:pt x="1161411" y="42969"/>
                  <a:pt x="1344570" y="0"/>
                </a:cubicBezTo>
                <a:cubicBezTo>
                  <a:pt x="1527729" y="-42969"/>
                  <a:pt x="1732713" y="55722"/>
                  <a:pt x="1920814" y="0"/>
                </a:cubicBezTo>
                <a:cubicBezTo>
                  <a:pt x="1934312" y="136264"/>
                  <a:pt x="1910575" y="207629"/>
                  <a:pt x="1920814" y="338554"/>
                </a:cubicBezTo>
                <a:cubicBezTo>
                  <a:pt x="1815635" y="373644"/>
                  <a:pt x="1682205" y="337546"/>
                  <a:pt x="1498235" y="338554"/>
                </a:cubicBezTo>
                <a:cubicBezTo>
                  <a:pt x="1314265" y="339562"/>
                  <a:pt x="1209261" y="322526"/>
                  <a:pt x="1037240" y="338554"/>
                </a:cubicBezTo>
                <a:cubicBezTo>
                  <a:pt x="865219" y="354582"/>
                  <a:pt x="788324" y="316042"/>
                  <a:pt x="595452" y="338554"/>
                </a:cubicBezTo>
                <a:cubicBezTo>
                  <a:pt x="402580" y="361066"/>
                  <a:pt x="177726" y="328085"/>
                  <a:pt x="0" y="338554"/>
                </a:cubicBezTo>
                <a:cubicBezTo>
                  <a:pt x="-4061" y="256460"/>
                  <a:pt x="19578" y="97765"/>
                  <a:pt x="0" y="0"/>
                </a:cubicBezTo>
                <a:close/>
              </a:path>
            </a:pathLst>
          </a:custGeom>
          <a:solidFill>
            <a:schemeClr val="tx2"/>
          </a:solidFill>
          <a:ln w="38100">
            <a:solidFill>
              <a:schemeClr val="tx1">
                <a:lumMod val="50000"/>
                <a:lumOff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373667371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sz="1600" dirty="0">
                <a:solidFill>
                  <a:schemeClr val="bg1"/>
                </a:solidFill>
              </a:rPr>
              <a:t>Semi-supervised ML</a:t>
            </a:r>
            <a:endParaRPr sz="1600" dirty="0">
              <a:solidFill>
                <a:schemeClr val="bg1"/>
              </a:solidFill>
            </a:endParaRPr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E57EC802-A5AC-4F17-BB16-3D8DEB9E4ADB}"/>
              </a:ext>
            </a:extLst>
          </p:cNvPr>
          <p:cNvCxnSpPr>
            <a:cxnSpLocks/>
          </p:cNvCxnSpPr>
          <p:nvPr/>
        </p:nvCxnSpPr>
        <p:spPr>
          <a:xfrm rot="16200000" flipH="1">
            <a:off x="7774837" y="1436816"/>
            <a:ext cx="384702" cy="261283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FF5B885-7199-4E04-8D31-7F50141CBFBE}"/>
              </a:ext>
            </a:extLst>
          </p:cNvPr>
          <p:cNvSpPr txBox="1"/>
          <p:nvPr/>
        </p:nvSpPr>
        <p:spPr>
          <a:xfrm>
            <a:off x="5746370" y="2243106"/>
            <a:ext cx="1828800" cy="307777"/>
          </a:xfrm>
          <a:custGeom>
            <a:avLst/>
            <a:gdLst>
              <a:gd name="connsiteX0" fmla="*/ 0 w 1828800"/>
              <a:gd name="connsiteY0" fmla="*/ 0 h 307777"/>
              <a:gd name="connsiteX1" fmla="*/ 627888 w 1828800"/>
              <a:gd name="connsiteY1" fmla="*/ 0 h 307777"/>
              <a:gd name="connsiteX2" fmla="*/ 1255776 w 1828800"/>
              <a:gd name="connsiteY2" fmla="*/ 0 h 307777"/>
              <a:gd name="connsiteX3" fmla="*/ 1828800 w 1828800"/>
              <a:gd name="connsiteY3" fmla="*/ 0 h 307777"/>
              <a:gd name="connsiteX4" fmla="*/ 1828800 w 1828800"/>
              <a:gd name="connsiteY4" fmla="*/ 307777 h 307777"/>
              <a:gd name="connsiteX5" fmla="*/ 1274064 w 1828800"/>
              <a:gd name="connsiteY5" fmla="*/ 307777 h 307777"/>
              <a:gd name="connsiteX6" fmla="*/ 701040 w 1828800"/>
              <a:gd name="connsiteY6" fmla="*/ 307777 h 307777"/>
              <a:gd name="connsiteX7" fmla="*/ 0 w 1828800"/>
              <a:gd name="connsiteY7" fmla="*/ 307777 h 307777"/>
              <a:gd name="connsiteX8" fmla="*/ 0 w 1828800"/>
              <a:gd name="connsiteY8" fmla="*/ 0 h 307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28800" h="307777" fill="none" extrusionOk="0">
                <a:moveTo>
                  <a:pt x="0" y="0"/>
                </a:moveTo>
                <a:cubicBezTo>
                  <a:pt x="183991" y="-6493"/>
                  <a:pt x="408434" y="16865"/>
                  <a:pt x="627888" y="0"/>
                </a:cubicBezTo>
                <a:cubicBezTo>
                  <a:pt x="847342" y="-16865"/>
                  <a:pt x="1031068" y="14182"/>
                  <a:pt x="1255776" y="0"/>
                </a:cubicBezTo>
                <a:cubicBezTo>
                  <a:pt x="1480484" y="-14182"/>
                  <a:pt x="1651081" y="11556"/>
                  <a:pt x="1828800" y="0"/>
                </a:cubicBezTo>
                <a:cubicBezTo>
                  <a:pt x="1818371" y="141083"/>
                  <a:pt x="1842722" y="202684"/>
                  <a:pt x="1828800" y="307777"/>
                </a:cubicBezTo>
                <a:cubicBezTo>
                  <a:pt x="1561074" y="292987"/>
                  <a:pt x="1527594" y="331963"/>
                  <a:pt x="1274064" y="307777"/>
                </a:cubicBezTo>
                <a:cubicBezTo>
                  <a:pt x="1020534" y="283591"/>
                  <a:pt x="916508" y="296295"/>
                  <a:pt x="701040" y="307777"/>
                </a:cubicBezTo>
                <a:cubicBezTo>
                  <a:pt x="485572" y="319259"/>
                  <a:pt x="271262" y="288823"/>
                  <a:pt x="0" y="307777"/>
                </a:cubicBezTo>
                <a:cubicBezTo>
                  <a:pt x="-10921" y="196676"/>
                  <a:pt x="6802" y="150333"/>
                  <a:pt x="0" y="0"/>
                </a:cubicBezTo>
                <a:close/>
              </a:path>
              <a:path w="1828800" h="307777" stroke="0" extrusionOk="0">
                <a:moveTo>
                  <a:pt x="0" y="0"/>
                </a:moveTo>
                <a:cubicBezTo>
                  <a:pt x="201482" y="16968"/>
                  <a:pt x="428738" y="-24808"/>
                  <a:pt x="646176" y="0"/>
                </a:cubicBezTo>
                <a:cubicBezTo>
                  <a:pt x="863614" y="24808"/>
                  <a:pt x="1033864" y="3942"/>
                  <a:pt x="1219200" y="0"/>
                </a:cubicBezTo>
                <a:cubicBezTo>
                  <a:pt x="1404536" y="-3942"/>
                  <a:pt x="1661284" y="-28217"/>
                  <a:pt x="1828800" y="0"/>
                </a:cubicBezTo>
                <a:cubicBezTo>
                  <a:pt x="1834564" y="116185"/>
                  <a:pt x="1837016" y="218802"/>
                  <a:pt x="1828800" y="307777"/>
                </a:cubicBezTo>
                <a:cubicBezTo>
                  <a:pt x="1582023" y="336959"/>
                  <a:pt x="1387247" y="306051"/>
                  <a:pt x="1237488" y="307777"/>
                </a:cubicBezTo>
                <a:cubicBezTo>
                  <a:pt x="1087729" y="309503"/>
                  <a:pt x="850563" y="320547"/>
                  <a:pt x="627888" y="307777"/>
                </a:cubicBezTo>
                <a:cubicBezTo>
                  <a:pt x="405213" y="295007"/>
                  <a:pt x="223786" y="295094"/>
                  <a:pt x="0" y="307777"/>
                </a:cubicBezTo>
                <a:cubicBezTo>
                  <a:pt x="-8017" y="226304"/>
                  <a:pt x="-1273" y="94903"/>
                  <a:pt x="0" y="0"/>
                </a:cubicBezTo>
                <a:close/>
              </a:path>
            </a:pathLst>
          </a:custGeom>
          <a:solidFill>
            <a:srgbClr val="C00000"/>
          </a:solidFill>
          <a:ln>
            <a:extLst>
              <a:ext uri="{C807C97D-BFC1-408E-A445-0C87EB9F89A2}">
                <ask:lineSketchStyleProps xmlns:ask="http://schemas.microsoft.com/office/drawing/2018/sketchyshapes" sd="260238953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de-DE"/>
            </a:defPPr>
            <a:lvl1pPr algn="ctr">
              <a:defRPr b="1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dirty="0"/>
              <a:t>Research Objective</a:t>
            </a:r>
          </a:p>
        </p:txBody>
      </p:sp>
    </p:spTree>
    <p:extLst>
      <p:ext uri="{BB962C8B-B14F-4D97-AF65-F5344CB8AC3E}">
        <p14:creationId xmlns:p14="http://schemas.microsoft.com/office/powerpoint/2010/main" val="295305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27bb8ba2d6_0_18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  <p:sp>
        <p:nvSpPr>
          <p:cNvPr id="326" name="Google Shape;326;g327bb8ba2d6_0_186"/>
          <p:cNvSpPr txBox="1">
            <a:spLocks noGrp="1"/>
          </p:cNvSpPr>
          <p:nvPr>
            <p:ph type="dt" idx="4294967295"/>
          </p:nvPr>
        </p:nvSpPr>
        <p:spPr>
          <a:xfrm>
            <a:off x="0" y="6424613"/>
            <a:ext cx="1227138" cy="357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05.12.2024</a:t>
            </a:r>
            <a:endParaRPr sz="9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9B1D453-8192-434E-90DF-55727C929251}"/>
              </a:ext>
            </a:extLst>
          </p:cNvPr>
          <p:cNvSpPr txBox="1"/>
          <p:nvPr/>
        </p:nvSpPr>
        <p:spPr>
          <a:xfrm>
            <a:off x="478721" y="464985"/>
            <a:ext cx="1966309" cy="369332"/>
          </a:xfrm>
          <a:custGeom>
            <a:avLst/>
            <a:gdLst>
              <a:gd name="connsiteX0" fmla="*/ 0 w 1966309"/>
              <a:gd name="connsiteY0" fmla="*/ 0 h 369332"/>
              <a:gd name="connsiteX1" fmla="*/ 694763 w 1966309"/>
              <a:gd name="connsiteY1" fmla="*/ 0 h 369332"/>
              <a:gd name="connsiteX2" fmla="*/ 1310873 w 1966309"/>
              <a:gd name="connsiteY2" fmla="*/ 0 h 369332"/>
              <a:gd name="connsiteX3" fmla="*/ 1966309 w 1966309"/>
              <a:gd name="connsiteY3" fmla="*/ 0 h 369332"/>
              <a:gd name="connsiteX4" fmla="*/ 1966309 w 1966309"/>
              <a:gd name="connsiteY4" fmla="*/ 369332 h 369332"/>
              <a:gd name="connsiteX5" fmla="*/ 1271546 w 1966309"/>
              <a:gd name="connsiteY5" fmla="*/ 369332 h 369332"/>
              <a:gd name="connsiteX6" fmla="*/ 616110 w 1966309"/>
              <a:gd name="connsiteY6" fmla="*/ 369332 h 369332"/>
              <a:gd name="connsiteX7" fmla="*/ 0 w 1966309"/>
              <a:gd name="connsiteY7" fmla="*/ 369332 h 369332"/>
              <a:gd name="connsiteX8" fmla="*/ 0 w 1966309"/>
              <a:gd name="connsiteY8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66309" h="369332" fill="none" extrusionOk="0">
                <a:moveTo>
                  <a:pt x="0" y="0"/>
                </a:moveTo>
                <a:cubicBezTo>
                  <a:pt x="197338" y="-3616"/>
                  <a:pt x="377366" y="-2001"/>
                  <a:pt x="694763" y="0"/>
                </a:cubicBezTo>
                <a:cubicBezTo>
                  <a:pt x="1012160" y="2001"/>
                  <a:pt x="1035584" y="27847"/>
                  <a:pt x="1310873" y="0"/>
                </a:cubicBezTo>
                <a:cubicBezTo>
                  <a:pt x="1586162" y="-27847"/>
                  <a:pt x="1657212" y="-6492"/>
                  <a:pt x="1966309" y="0"/>
                </a:cubicBezTo>
                <a:cubicBezTo>
                  <a:pt x="1981105" y="128329"/>
                  <a:pt x="1963245" y="281279"/>
                  <a:pt x="1966309" y="369332"/>
                </a:cubicBezTo>
                <a:cubicBezTo>
                  <a:pt x="1708127" y="391113"/>
                  <a:pt x="1564133" y="396212"/>
                  <a:pt x="1271546" y="369332"/>
                </a:cubicBezTo>
                <a:cubicBezTo>
                  <a:pt x="978959" y="342452"/>
                  <a:pt x="875795" y="343030"/>
                  <a:pt x="616110" y="369332"/>
                </a:cubicBezTo>
                <a:cubicBezTo>
                  <a:pt x="356425" y="395634"/>
                  <a:pt x="303691" y="353044"/>
                  <a:pt x="0" y="369332"/>
                </a:cubicBezTo>
                <a:cubicBezTo>
                  <a:pt x="14693" y="194832"/>
                  <a:pt x="-5338" y="115888"/>
                  <a:pt x="0" y="0"/>
                </a:cubicBezTo>
                <a:close/>
              </a:path>
              <a:path w="1966309" h="369332" stroke="0" extrusionOk="0">
                <a:moveTo>
                  <a:pt x="0" y="0"/>
                </a:moveTo>
                <a:cubicBezTo>
                  <a:pt x="197746" y="4877"/>
                  <a:pt x="460404" y="-1654"/>
                  <a:pt x="616110" y="0"/>
                </a:cubicBezTo>
                <a:cubicBezTo>
                  <a:pt x="771816" y="1654"/>
                  <a:pt x="1041565" y="-17679"/>
                  <a:pt x="1251883" y="0"/>
                </a:cubicBezTo>
                <a:cubicBezTo>
                  <a:pt x="1462201" y="17679"/>
                  <a:pt x="1640841" y="9361"/>
                  <a:pt x="1966309" y="0"/>
                </a:cubicBezTo>
                <a:cubicBezTo>
                  <a:pt x="1949326" y="85568"/>
                  <a:pt x="1953172" y="246786"/>
                  <a:pt x="1966309" y="369332"/>
                </a:cubicBezTo>
                <a:cubicBezTo>
                  <a:pt x="1702814" y="384486"/>
                  <a:pt x="1569982" y="357805"/>
                  <a:pt x="1330536" y="369332"/>
                </a:cubicBezTo>
                <a:cubicBezTo>
                  <a:pt x="1091090" y="380859"/>
                  <a:pt x="961899" y="386588"/>
                  <a:pt x="635773" y="369332"/>
                </a:cubicBezTo>
                <a:cubicBezTo>
                  <a:pt x="309647" y="352076"/>
                  <a:pt x="213288" y="396193"/>
                  <a:pt x="0" y="369332"/>
                </a:cubicBezTo>
                <a:cubicBezTo>
                  <a:pt x="2491" y="283553"/>
                  <a:pt x="4609" y="113202"/>
                  <a:pt x="0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315266199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 b="1"/>
            </a:lvl1pPr>
          </a:lstStyle>
          <a:p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Collection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C054796-9635-4507-BCBE-271F87C47B6E}"/>
              </a:ext>
            </a:extLst>
          </p:cNvPr>
          <p:cNvSpPr txBox="1"/>
          <p:nvPr/>
        </p:nvSpPr>
        <p:spPr>
          <a:xfrm>
            <a:off x="2796698" y="464985"/>
            <a:ext cx="1966309" cy="369332"/>
          </a:xfrm>
          <a:custGeom>
            <a:avLst/>
            <a:gdLst>
              <a:gd name="connsiteX0" fmla="*/ 0 w 1966309"/>
              <a:gd name="connsiteY0" fmla="*/ 0 h 369332"/>
              <a:gd name="connsiteX1" fmla="*/ 675099 w 1966309"/>
              <a:gd name="connsiteY1" fmla="*/ 0 h 369332"/>
              <a:gd name="connsiteX2" fmla="*/ 1369862 w 1966309"/>
              <a:gd name="connsiteY2" fmla="*/ 0 h 369332"/>
              <a:gd name="connsiteX3" fmla="*/ 1966309 w 1966309"/>
              <a:gd name="connsiteY3" fmla="*/ 0 h 369332"/>
              <a:gd name="connsiteX4" fmla="*/ 1966309 w 1966309"/>
              <a:gd name="connsiteY4" fmla="*/ 369332 h 369332"/>
              <a:gd name="connsiteX5" fmla="*/ 1350199 w 1966309"/>
              <a:gd name="connsiteY5" fmla="*/ 369332 h 369332"/>
              <a:gd name="connsiteX6" fmla="*/ 675099 w 1966309"/>
              <a:gd name="connsiteY6" fmla="*/ 369332 h 369332"/>
              <a:gd name="connsiteX7" fmla="*/ 0 w 1966309"/>
              <a:gd name="connsiteY7" fmla="*/ 369332 h 369332"/>
              <a:gd name="connsiteX8" fmla="*/ 0 w 1966309"/>
              <a:gd name="connsiteY8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66309" h="369332" fill="none" extrusionOk="0">
                <a:moveTo>
                  <a:pt x="0" y="0"/>
                </a:moveTo>
                <a:cubicBezTo>
                  <a:pt x="154488" y="18604"/>
                  <a:pt x="344545" y="-13003"/>
                  <a:pt x="675099" y="0"/>
                </a:cubicBezTo>
                <a:cubicBezTo>
                  <a:pt x="1005653" y="13003"/>
                  <a:pt x="1202465" y="-18379"/>
                  <a:pt x="1369862" y="0"/>
                </a:cubicBezTo>
                <a:cubicBezTo>
                  <a:pt x="1537259" y="18379"/>
                  <a:pt x="1683282" y="-17564"/>
                  <a:pt x="1966309" y="0"/>
                </a:cubicBezTo>
                <a:cubicBezTo>
                  <a:pt x="1976390" y="171396"/>
                  <a:pt x="1982242" y="266436"/>
                  <a:pt x="1966309" y="369332"/>
                </a:cubicBezTo>
                <a:cubicBezTo>
                  <a:pt x="1769259" y="366212"/>
                  <a:pt x="1474961" y="353279"/>
                  <a:pt x="1350199" y="369332"/>
                </a:cubicBezTo>
                <a:cubicBezTo>
                  <a:pt x="1225437" y="385386"/>
                  <a:pt x="831025" y="345701"/>
                  <a:pt x="675099" y="369332"/>
                </a:cubicBezTo>
                <a:cubicBezTo>
                  <a:pt x="519173" y="392963"/>
                  <a:pt x="272818" y="365348"/>
                  <a:pt x="0" y="369332"/>
                </a:cubicBezTo>
                <a:cubicBezTo>
                  <a:pt x="-13447" y="185318"/>
                  <a:pt x="-2741" y="170126"/>
                  <a:pt x="0" y="0"/>
                </a:cubicBezTo>
                <a:close/>
              </a:path>
              <a:path w="1966309" h="369332" stroke="0" extrusionOk="0">
                <a:moveTo>
                  <a:pt x="0" y="0"/>
                </a:moveTo>
                <a:cubicBezTo>
                  <a:pt x="211713" y="17492"/>
                  <a:pt x="306119" y="12686"/>
                  <a:pt x="596447" y="0"/>
                </a:cubicBezTo>
                <a:cubicBezTo>
                  <a:pt x="886775" y="-12686"/>
                  <a:pt x="1076890" y="10466"/>
                  <a:pt x="1212557" y="0"/>
                </a:cubicBezTo>
                <a:cubicBezTo>
                  <a:pt x="1348224" y="-10466"/>
                  <a:pt x="1615368" y="14505"/>
                  <a:pt x="1966309" y="0"/>
                </a:cubicBezTo>
                <a:cubicBezTo>
                  <a:pt x="1983975" y="157080"/>
                  <a:pt x="1952950" y="244052"/>
                  <a:pt x="1966309" y="369332"/>
                </a:cubicBezTo>
                <a:cubicBezTo>
                  <a:pt x="1662013" y="352429"/>
                  <a:pt x="1564988" y="349645"/>
                  <a:pt x="1350199" y="369332"/>
                </a:cubicBezTo>
                <a:cubicBezTo>
                  <a:pt x="1135410" y="389020"/>
                  <a:pt x="993292" y="379709"/>
                  <a:pt x="734089" y="369332"/>
                </a:cubicBezTo>
                <a:cubicBezTo>
                  <a:pt x="474886" y="358956"/>
                  <a:pt x="179909" y="382031"/>
                  <a:pt x="0" y="369332"/>
                </a:cubicBezTo>
                <a:cubicBezTo>
                  <a:pt x="-2636" y="235356"/>
                  <a:pt x="-3357" y="152243"/>
                  <a:pt x="0" y="0"/>
                </a:cubicBezTo>
                <a:close/>
              </a:path>
            </a:pathLst>
          </a:custGeom>
          <a:solidFill>
            <a:srgbClr val="44546A"/>
          </a:solidFill>
          <a:ln>
            <a:extLst>
              <a:ext uri="{C807C97D-BFC1-408E-A445-0C87EB9F89A2}">
                <ask:lineSketchStyleProps xmlns:ask="http://schemas.microsoft.com/office/drawing/2018/sketchyshapes" sd="383692343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de-DE"/>
            </a:defPPr>
            <a:lvl1pPr algn="ctr">
              <a:defRPr b="1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dirty="0" err="1"/>
              <a:t>Preprocessinging</a:t>
            </a:r>
            <a:endParaRPr lang="en-GB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E8F70AD-BD37-41B7-9231-90E686DB4533}"/>
              </a:ext>
            </a:extLst>
          </p:cNvPr>
          <p:cNvSpPr txBox="1"/>
          <p:nvPr/>
        </p:nvSpPr>
        <p:spPr>
          <a:xfrm>
            <a:off x="5114675" y="357263"/>
            <a:ext cx="4042585" cy="584775"/>
          </a:xfrm>
          <a:custGeom>
            <a:avLst/>
            <a:gdLst>
              <a:gd name="connsiteX0" fmla="*/ 0 w 4042585"/>
              <a:gd name="connsiteY0" fmla="*/ 0 h 584775"/>
              <a:gd name="connsiteX1" fmla="*/ 714190 w 4042585"/>
              <a:gd name="connsiteY1" fmla="*/ 0 h 584775"/>
              <a:gd name="connsiteX2" fmla="*/ 1347528 w 4042585"/>
              <a:gd name="connsiteY2" fmla="*/ 0 h 584775"/>
              <a:gd name="connsiteX3" fmla="*/ 1900015 w 4042585"/>
              <a:gd name="connsiteY3" fmla="*/ 0 h 584775"/>
              <a:gd name="connsiteX4" fmla="*/ 2452502 w 4042585"/>
              <a:gd name="connsiteY4" fmla="*/ 0 h 584775"/>
              <a:gd name="connsiteX5" fmla="*/ 3085840 w 4042585"/>
              <a:gd name="connsiteY5" fmla="*/ 0 h 584775"/>
              <a:gd name="connsiteX6" fmla="*/ 4042585 w 4042585"/>
              <a:gd name="connsiteY6" fmla="*/ 0 h 584775"/>
              <a:gd name="connsiteX7" fmla="*/ 4042585 w 4042585"/>
              <a:gd name="connsiteY7" fmla="*/ 584775 h 584775"/>
              <a:gd name="connsiteX8" fmla="*/ 3409247 w 4042585"/>
              <a:gd name="connsiteY8" fmla="*/ 584775 h 584775"/>
              <a:gd name="connsiteX9" fmla="*/ 2816334 w 4042585"/>
              <a:gd name="connsiteY9" fmla="*/ 584775 h 584775"/>
              <a:gd name="connsiteX10" fmla="*/ 2263848 w 4042585"/>
              <a:gd name="connsiteY10" fmla="*/ 584775 h 584775"/>
              <a:gd name="connsiteX11" fmla="*/ 1711361 w 4042585"/>
              <a:gd name="connsiteY11" fmla="*/ 584775 h 584775"/>
              <a:gd name="connsiteX12" fmla="*/ 1037597 w 4042585"/>
              <a:gd name="connsiteY12" fmla="*/ 584775 h 584775"/>
              <a:gd name="connsiteX13" fmla="*/ 0 w 4042585"/>
              <a:gd name="connsiteY13" fmla="*/ 584775 h 584775"/>
              <a:gd name="connsiteX14" fmla="*/ 0 w 4042585"/>
              <a:gd name="connsiteY14" fmla="*/ 0 h 584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042585" h="584775" fill="none" extrusionOk="0">
                <a:moveTo>
                  <a:pt x="0" y="0"/>
                </a:moveTo>
                <a:cubicBezTo>
                  <a:pt x="279912" y="553"/>
                  <a:pt x="409924" y="22097"/>
                  <a:pt x="714190" y="0"/>
                </a:cubicBezTo>
                <a:cubicBezTo>
                  <a:pt x="1018456" y="-22097"/>
                  <a:pt x="1188413" y="24282"/>
                  <a:pt x="1347528" y="0"/>
                </a:cubicBezTo>
                <a:cubicBezTo>
                  <a:pt x="1506643" y="-24282"/>
                  <a:pt x="1738982" y="8201"/>
                  <a:pt x="1900015" y="0"/>
                </a:cubicBezTo>
                <a:cubicBezTo>
                  <a:pt x="2061048" y="-8201"/>
                  <a:pt x="2222479" y="-25890"/>
                  <a:pt x="2452502" y="0"/>
                </a:cubicBezTo>
                <a:cubicBezTo>
                  <a:pt x="2682525" y="25890"/>
                  <a:pt x="2783532" y="12230"/>
                  <a:pt x="3085840" y="0"/>
                </a:cubicBezTo>
                <a:cubicBezTo>
                  <a:pt x="3388148" y="-12230"/>
                  <a:pt x="3773807" y="-41953"/>
                  <a:pt x="4042585" y="0"/>
                </a:cubicBezTo>
                <a:cubicBezTo>
                  <a:pt x="4040507" y="262931"/>
                  <a:pt x="4033676" y="335874"/>
                  <a:pt x="4042585" y="584775"/>
                </a:cubicBezTo>
                <a:cubicBezTo>
                  <a:pt x="3894620" y="562745"/>
                  <a:pt x="3588447" y="603494"/>
                  <a:pt x="3409247" y="584775"/>
                </a:cubicBezTo>
                <a:cubicBezTo>
                  <a:pt x="3230047" y="566056"/>
                  <a:pt x="3053358" y="574541"/>
                  <a:pt x="2816334" y="584775"/>
                </a:cubicBezTo>
                <a:cubicBezTo>
                  <a:pt x="2579310" y="595009"/>
                  <a:pt x="2510739" y="591936"/>
                  <a:pt x="2263848" y="584775"/>
                </a:cubicBezTo>
                <a:cubicBezTo>
                  <a:pt x="2016957" y="577614"/>
                  <a:pt x="1899825" y="562960"/>
                  <a:pt x="1711361" y="584775"/>
                </a:cubicBezTo>
                <a:cubicBezTo>
                  <a:pt x="1522897" y="606590"/>
                  <a:pt x="1347769" y="584130"/>
                  <a:pt x="1037597" y="584775"/>
                </a:cubicBezTo>
                <a:cubicBezTo>
                  <a:pt x="727425" y="585420"/>
                  <a:pt x="374061" y="624595"/>
                  <a:pt x="0" y="584775"/>
                </a:cubicBezTo>
                <a:cubicBezTo>
                  <a:pt x="-21323" y="334974"/>
                  <a:pt x="-4684" y="160778"/>
                  <a:pt x="0" y="0"/>
                </a:cubicBezTo>
                <a:close/>
              </a:path>
              <a:path w="4042585" h="584775" stroke="0" extrusionOk="0">
                <a:moveTo>
                  <a:pt x="0" y="0"/>
                </a:moveTo>
                <a:cubicBezTo>
                  <a:pt x="244300" y="-32666"/>
                  <a:pt x="502604" y="9338"/>
                  <a:pt x="754616" y="0"/>
                </a:cubicBezTo>
                <a:cubicBezTo>
                  <a:pt x="1006628" y="-9338"/>
                  <a:pt x="1111362" y="-20746"/>
                  <a:pt x="1347528" y="0"/>
                </a:cubicBezTo>
                <a:cubicBezTo>
                  <a:pt x="1583694" y="20746"/>
                  <a:pt x="1736150" y="9367"/>
                  <a:pt x="2102144" y="0"/>
                </a:cubicBezTo>
                <a:cubicBezTo>
                  <a:pt x="2468138" y="-9367"/>
                  <a:pt x="2486243" y="16158"/>
                  <a:pt x="2695057" y="0"/>
                </a:cubicBezTo>
                <a:cubicBezTo>
                  <a:pt x="2903871" y="-16158"/>
                  <a:pt x="3120654" y="9009"/>
                  <a:pt x="3368821" y="0"/>
                </a:cubicBezTo>
                <a:cubicBezTo>
                  <a:pt x="3616988" y="-9009"/>
                  <a:pt x="3803726" y="-31735"/>
                  <a:pt x="4042585" y="0"/>
                </a:cubicBezTo>
                <a:cubicBezTo>
                  <a:pt x="4058416" y="240318"/>
                  <a:pt x="4018295" y="364070"/>
                  <a:pt x="4042585" y="584775"/>
                </a:cubicBezTo>
                <a:cubicBezTo>
                  <a:pt x="3907585" y="558260"/>
                  <a:pt x="3670423" y="587467"/>
                  <a:pt x="3409247" y="584775"/>
                </a:cubicBezTo>
                <a:cubicBezTo>
                  <a:pt x="3148071" y="582083"/>
                  <a:pt x="2854031" y="617806"/>
                  <a:pt x="2654631" y="584775"/>
                </a:cubicBezTo>
                <a:cubicBezTo>
                  <a:pt x="2455231" y="551744"/>
                  <a:pt x="2259330" y="580401"/>
                  <a:pt x="2021293" y="584775"/>
                </a:cubicBezTo>
                <a:cubicBezTo>
                  <a:pt x="1783256" y="589149"/>
                  <a:pt x="1621801" y="607803"/>
                  <a:pt x="1347528" y="584775"/>
                </a:cubicBezTo>
                <a:cubicBezTo>
                  <a:pt x="1073255" y="561747"/>
                  <a:pt x="778200" y="556048"/>
                  <a:pt x="633338" y="584775"/>
                </a:cubicBezTo>
                <a:cubicBezTo>
                  <a:pt x="488476" y="613503"/>
                  <a:pt x="218977" y="610423"/>
                  <a:pt x="0" y="584775"/>
                </a:cubicBezTo>
                <a:cubicBezTo>
                  <a:pt x="24391" y="436586"/>
                  <a:pt x="-29103" y="219493"/>
                  <a:pt x="0" y="0"/>
                </a:cubicBezTo>
                <a:close/>
              </a:path>
            </a:pathLst>
          </a:custGeom>
          <a:solidFill>
            <a:srgbClr val="C00000"/>
          </a:solidFill>
          <a:ln>
            <a:extLst>
              <a:ext uri="{C807C97D-BFC1-408E-A445-0C87EB9F89A2}">
                <ask:lineSketchStyleProps xmlns:ask="http://schemas.microsoft.com/office/drawing/2018/sketchyshapes" sd="260238953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de-DE"/>
            </a:defPPr>
            <a:lvl1pPr algn="ctr">
              <a:defRPr b="1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sz="3200" dirty="0"/>
              <a:t>Research Objective</a:t>
            </a: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0AE77EB0-9819-4240-B13C-9AF95F96FADB}"/>
              </a:ext>
            </a:extLst>
          </p:cNvPr>
          <p:cNvCxnSpPr>
            <a:cxnSpLocks/>
            <a:stCxn id="101" idx="3"/>
            <a:endCxn id="102" idx="1"/>
          </p:cNvCxnSpPr>
          <p:nvPr/>
        </p:nvCxnSpPr>
        <p:spPr>
          <a:xfrm>
            <a:off x="2445030" y="649651"/>
            <a:ext cx="3516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8DCB87FE-4BAF-4848-864A-55413B6F02C6}"/>
              </a:ext>
            </a:extLst>
          </p:cNvPr>
          <p:cNvCxnSpPr>
            <a:cxnSpLocks/>
            <a:stCxn id="102" idx="3"/>
            <a:endCxn id="103" idx="1"/>
          </p:cNvCxnSpPr>
          <p:nvPr/>
        </p:nvCxnSpPr>
        <p:spPr>
          <a:xfrm>
            <a:off x="4763007" y="649651"/>
            <a:ext cx="3516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5A2F0FC8-1681-422A-989A-42D6811EC0A0}"/>
              </a:ext>
            </a:extLst>
          </p:cNvPr>
          <p:cNvSpPr txBox="1"/>
          <p:nvPr/>
        </p:nvSpPr>
        <p:spPr>
          <a:xfrm>
            <a:off x="7328460" y="1047930"/>
            <a:ext cx="1828800" cy="400110"/>
          </a:xfrm>
          <a:custGeom>
            <a:avLst/>
            <a:gdLst>
              <a:gd name="connsiteX0" fmla="*/ 0 w 1828800"/>
              <a:gd name="connsiteY0" fmla="*/ 0 h 400110"/>
              <a:gd name="connsiteX1" fmla="*/ 554736 w 1828800"/>
              <a:gd name="connsiteY1" fmla="*/ 0 h 400110"/>
              <a:gd name="connsiteX2" fmla="*/ 1182624 w 1828800"/>
              <a:gd name="connsiteY2" fmla="*/ 0 h 400110"/>
              <a:gd name="connsiteX3" fmla="*/ 1828800 w 1828800"/>
              <a:gd name="connsiteY3" fmla="*/ 0 h 400110"/>
              <a:gd name="connsiteX4" fmla="*/ 1828800 w 1828800"/>
              <a:gd name="connsiteY4" fmla="*/ 400110 h 400110"/>
              <a:gd name="connsiteX5" fmla="*/ 1237488 w 1828800"/>
              <a:gd name="connsiteY5" fmla="*/ 400110 h 400110"/>
              <a:gd name="connsiteX6" fmla="*/ 627888 w 1828800"/>
              <a:gd name="connsiteY6" fmla="*/ 400110 h 400110"/>
              <a:gd name="connsiteX7" fmla="*/ 0 w 1828800"/>
              <a:gd name="connsiteY7" fmla="*/ 400110 h 400110"/>
              <a:gd name="connsiteX8" fmla="*/ 0 w 1828800"/>
              <a:gd name="connsiteY8" fmla="*/ 0 h 400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28800" h="400110" fill="none" extrusionOk="0">
                <a:moveTo>
                  <a:pt x="0" y="0"/>
                </a:moveTo>
                <a:cubicBezTo>
                  <a:pt x="135934" y="15867"/>
                  <a:pt x="403382" y="-9020"/>
                  <a:pt x="554736" y="0"/>
                </a:cubicBezTo>
                <a:cubicBezTo>
                  <a:pt x="706090" y="9020"/>
                  <a:pt x="1025276" y="20381"/>
                  <a:pt x="1182624" y="0"/>
                </a:cubicBezTo>
                <a:cubicBezTo>
                  <a:pt x="1339972" y="-20381"/>
                  <a:pt x="1672977" y="4566"/>
                  <a:pt x="1828800" y="0"/>
                </a:cubicBezTo>
                <a:cubicBezTo>
                  <a:pt x="1830795" y="83631"/>
                  <a:pt x="1838984" y="275869"/>
                  <a:pt x="1828800" y="400110"/>
                </a:cubicBezTo>
                <a:cubicBezTo>
                  <a:pt x="1592106" y="389205"/>
                  <a:pt x="1527175" y="423864"/>
                  <a:pt x="1237488" y="400110"/>
                </a:cubicBezTo>
                <a:cubicBezTo>
                  <a:pt x="947801" y="376356"/>
                  <a:pt x="910278" y="415584"/>
                  <a:pt x="627888" y="400110"/>
                </a:cubicBezTo>
                <a:cubicBezTo>
                  <a:pt x="345498" y="384636"/>
                  <a:pt x="215322" y="375081"/>
                  <a:pt x="0" y="400110"/>
                </a:cubicBezTo>
                <a:cubicBezTo>
                  <a:pt x="7630" y="213041"/>
                  <a:pt x="3730" y="139957"/>
                  <a:pt x="0" y="0"/>
                </a:cubicBezTo>
                <a:close/>
              </a:path>
              <a:path w="1828800" h="400110" stroke="0" extrusionOk="0">
                <a:moveTo>
                  <a:pt x="0" y="0"/>
                </a:moveTo>
                <a:cubicBezTo>
                  <a:pt x="182966" y="-21347"/>
                  <a:pt x="464996" y="29335"/>
                  <a:pt x="646176" y="0"/>
                </a:cubicBezTo>
                <a:cubicBezTo>
                  <a:pt x="827356" y="-29335"/>
                  <a:pt x="969908" y="1060"/>
                  <a:pt x="1274064" y="0"/>
                </a:cubicBezTo>
                <a:cubicBezTo>
                  <a:pt x="1578220" y="-1060"/>
                  <a:pt x="1590003" y="25910"/>
                  <a:pt x="1828800" y="0"/>
                </a:cubicBezTo>
                <a:cubicBezTo>
                  <a:pt x="1843692" y="156138"/>
                  <a:pt x="1841171" y="288259"/>
                  <a:pt x="1828800" y="400110"/>
                </a:cubicBezTo>
                <a:cubicBezTo>
                  <a:pt x="1540375" y="387481"/>
                  <a:pt x="1429852" y="406339"/>
                  <a:pt x="1182624" y="400110"/>
                </a:cubicBezTo>
                <a:cubicBezTo>
                  <a:pt x="935396" y="393881"/>
                  <a:pt x="805396" y="418321"/>
                  <a:pt x="627888" y="400110"/>
                </a:cubicBezTo>
                <a:cubicBezTo>
                  <a:pt x="450380" y="381899"/>
                  <a:pt x="305580" y="401265"/>
                  <a:pt x="0" y="400110"/>
                </a:cubicBezTo>
                <a:cubicBezTo>
                  <a:pt x="9202" y="217445"/>
                  <a:pt x="-16546" y="110220"/>
                  <a:pt x="0" y="0"/>
                </a:cubicBezTo>
                <a:close/>
              </a:path>
            </a:pathLst>
          </a:custGeom>
          <a:solidFill>
            <a:srgbClr val="E6AF00"/>
          </a:solidFill>
          <a:ln w="28575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83223180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de-DE"/>
            </a:defPPr>
            <a:lvl1pPr algn="ctr">
              <a:defRPr b="1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sz="2000" dirty="0">
                <a:solidFill>
                  <a:schemeClr val="bg1"/>
                </a:solidFill>
              </a:rPr>
              <a:t>Classification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CA51C53-5FFE-4E18-B1F8-4E445A269EA5}"/>
              </a:ext>
            </a:extLst>
          </p:cNvPr>
          <p:cNvSpPr txBox="1"/>
          <p:nvPr/>
        </p:nvSpPr>
        <p:spPr>
          <a:xfrm>
            <a:off x="9271870" y="1117180"/>
            <a:ext cx="1409390" cy="261610"/>
          </a:xfrm>
          <a:custGeom>
            <a:avLst/>
            <a:gdLst>
              <a:gd name="connsiteX0" fmla="*/ 0 w 1409390"/>
              <a:gd name="connsiteY0" fmla="*/ 0 h 261610"/>
              <a:gd name="connsiteX1" fmla="*/ 469797 w 1409390"/>
              <a:gd name="connsiteY1" fmla="*/ 0 h 261610"/>
              <a:gd name="connsiteX2" fmla="*/ 897312 w 1409390"/>
              <a:gd name="connsiteY2" fmla="*/ 0 h 261610"/>
              <a:gd name="connsiteX3" fmla="*/ 1409390 w 1409390"/>
              <a:gd name="connsiteY3" fmla="*/ 0 h 261610"/>
              <a:gd name="connsiteX4" fmla="*/ 1409390 w 1409390"/>
              <a:gd name="connsiteY4" fmla="*/ 261610 h 261610"/>
              <a:gd name="connsiteX5" fmla="*/ 939593 w 1409390"/>
              <a:gd name="connsiteY5" fmla="*/ 261610 h 261610"/>
              <a:gd name="connsiteX6" fmla="*/ 483891 w 1409390"/>
              <a:gd name="connsiteY6" fmla="*/ 261610 h 261610"/>
              <a:gd name="connsiteX7" fmla="*/ 0 w 1409390"/>
              <a:gd name="connsiteY7" fmla="*/ 261610 h 261610"/>
              <a:gd name="connsiteX8" fmla="*/ 0 w 1409390"/>
              <a:gd name="connsiteY8" fmla="*/ 0 h 261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09390" h="261610" extrusionOk="0">
                <a:moveTo>
                  <a:pt x="0" y="0"/>
                </a:moveTo>
                <a:cubicBezTo>
                  <a:pt x="160024" y="-21215"/>
                  <a:pt x="248629" y="44398"/>
                  <a:pt x="469797" y="0"/>
                </a:cubicBezTo>
                <a:cubicBezTo>
                  <a:pt x="690965" y="-44398"/>
                  <a:pt x="711027" y="46649"/>
                  <a:pt x="897312" y="0"/>
                </a:cubicBezTo>
                <a:cubicBezTo>
                  <a:pt x="1083597" y="-46649"/>
                  <a:pt x="1233862" y="25433"/>
                  <a:pt x="1409390" y="0"/>
                </a:cubicBezTo>
                <a:cubicBezTo>
                  <a:pt x="1437579" y="58843"/>
                  <a:pt x="1389071" y="167623"/>
                  <a:pt x="1409390" y="261610"/>
                </a:cubicBezTo>
                <a:cubicBezTo>
                  <a:pt x="1258578" y="293733"/>
                  <a:pt x="1156619" y="239228"/>
                  <a:pt x="939593" y="261610"/>
                </a:cubicBezTo>
                <a:cubicBezTo>
                  <a:pt x="722567" y="283992"/>
                  <a:pt x="710883" y="214750"/>
                  <a:pt x="483891" y="261610"/>
                </a:cubicBezTo>
                <a:cubicBezTo>
                  <a:pt x="256899" y="308470"/>
                  <a:pt x="196870" y="219890"/>
                  <a:pt x="0" y="261610"/>
                </a:cubicBezTo>
                <a:cubicBezTo>
                  <a:pt x="-27667" y="166278"/>
                  <a:pt x="8410" y="74769"/>
                  <a:pt x="0" y="0"/>
                </a:cubicBezTo>
                <a:close/>
              </a:path>
            </a:pathLst>
          </a:custGeom>
          <a:noFill/>
          <a:ln w="38100">
            <a:solidFill>
              <a:srgbClr val="E6AF00"/>
            </a:solidFill>
            <a:extLst>
              <a:ext uri="{C807C97D-BFC1-408E-A445-0C87EB9F89A2}">
                <ask:lineSketchStyleProps xmlns:ask="http://schemas.microsoft.com/office/drawing/2018/sketchyshapes" sd="373667371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sz="1100" dirty="0">
                <a:solidFill>
                  <a:schemeClr val="bg1"/>
                </a:solidFill>
              </a:rPr>
              <a:t>Unknown Categories</a:t>
            </a:r>
          </a:p>
        </p:txBody>
      </p:sp>
      <p:pic>
        <p:nvPicPr>
          <p:cNvPr id="39" name="Graphic 38" descr="Document with solid fill">
            <a:extLst>
              <a:ext uri="{FF2B5EF4-FFF2-40B4-BE49-F238E27FC236}">
                <a16:creationId xmlns:a16="http://schemas.microsoft.com/office/drawing/2014/main" id="{14D29CD2-5B58-4BEF-8FB8-55B42D49C8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2867" y="1913912"/>
            <a:ext cx="730958" cy="730958"/>
          </a:xfrm>
          <a:prstGeom prst="rect">
            <a:avLst/>
          </a:prstGeom>
        </p:spPr>
      </p:pic>
      <p:pic>
        <p:nvPicPr>
          <p:cNvPr id="40" name="Graphic 39" descr="Document with solid fill">
            <a:extLst>
              <a:ext uri="{FF2B5EF4-FFF2-40B4-BE49-F238E27FC236}">
                <a16:creationId xmlns:a16="http://schemas.microsoft.com/office/drawing/2014/main" id="{63E69260-9855-4C4E-BDF5-7C303F789D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6353" y="1924681"/>
            <a:ext cx="730958" cy="730958"/>
          </a:xfrm>
          <a:prstGeom prst="rect">
            <a:avLst/>
          </a:prstGeom>
        </p:spPr>
      </p:pic>
      <p:pic>
        <p:nvPicPr>
          <p:cNvPr id="41" name="Graphic 40" descr="Document with solid fill">
            <a:extLst>
              <a:ext uri="{FF2B5EF4-FFF2-40B4-BE49-F238E27FC236}">
                <a16:creationId xmlns:a16="http://schemas.microsoft.com/office/drawing/2014/main" id="{79C3204E-3130-4077-A1D4-1160F71ADEA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7032" y="2580682"/>
            <a:ext cx="730958" cy="730958"/>
          </a:xfrm>
          <a:prstGeom prst="rect">
            <a:avLst/>
          </a:prstGeom>
        </p:spPr>
      </p:pic>
      <p:pic>
        <p:nvPicPr>
          <p:cNvPr id="42" name="Graphic 41" descr="Document with solid fill">
            <a:extLst>
              <a:ext uri="{FF2B5EF4-FFF2-40B4-BE49-F238E27FC236}">
                <a16:creationId xmlns:a16="http://schemas.microsoft.com/office/drawing/2014/main" id="{60E7E3DE-6E7C-4CAC-83F5-B327B2FA8F2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86353" y="2598344"/>
            <a:ext cx="730958" cy="730958"/>
          </a:xfrm>
          <a:prstGeom prst="rect">
            <a:avLst/>
          </a:prstGeom>
        </p:spPr>
      </p:pic>
      <p:pic>
        <p:nvPicPr>
          <p:cNvPr id="43" name="Graphic 42" descr="Document with solid fill">
            <a:extLst>
              <a:ext uri="{FF2B5EF4-FFF2-40B4-BE49-F238E27FC236}">
                <a16:creationId xmlns:a16="http://schemas.microsoft.com/office/drawing/2014/main" id="{60BED075-B471-4CE9-AB34-1708A4FCA24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38702" y="3288134"/>
            <a:ext cx="730958" cy="730958"/>
          </a:xfrm>
          <a:prstGeom prst="rect">
            <a:avLst/>
          </a:prstGeom>
        </p:spPr>
      </p:pic>
      <p:pic>
        <p:nvPicPr>
          <p:cNvPr id="45" name="Graphic 44" descr="Document with solid fill">
            <a:extLst>
              <a:ext uri="{FF2B5EF4-FFF2-40B4-BE49-F238E27FC236}">
                <a16:creationId xmlns:a16="http://schemas.microsoft.com/office/drawing/2014/main" id="{BAF5B338-8065-466B-AAE4-E99933C5DE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6353" y="3305796"/>
            <a:ext cx="730958" cy="73095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F2D4F57-0A90-4EB3-859E-C14EB4F263E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81098" y="2864914"/>
            <a:ext cx="924232" cy="924232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B64A0E01-71F2-4DB4-86CB-F0123850F7DA}"/>
              </a:ext>
            </a:extLst>
          </p:cNvPr>
          <p:cNvSpPr/>
          <p:nvPr/>
        </p:nvSpPr>
        <p:spPr>
          <a:xfrm rot="5400000">
            <a:off x="3012693" y="4097857"/>
            <a:ext cx="583314" cy="18066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7" name="Picture 6">
            <a:extLst>
              <a:ext uri="{FF2B5EF4-FFF2-40B4-BE49-F238E27FC236}">
                <a16:creationId xmlns:a16="http://schemas.microsoft.com/office/drawing/2014/main" id="{DB681514-E9C7-417D-A61B-FF55598D65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626" y="4563841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1E70D0D7-CE9F-42C7-A7EA-A2F35404596C}"/>
              </a:ext>
            </a:extLst>
          </p:cNvPr>
          <p:cNvSpPr txBox="1"/>
          <p:nvPr/>
        </p:nvSpPr>
        <p:spPr>
          <a:xfrm>
            <a:off x="1665026" y="4511372"/>
            <a:ext cx="3097981" cy="2154436"/>
          </a:xfrm>
          <a:custGeom>
            <a:avLst/>
            <a:gdLst>
              <a:gd name="connsiteX0" fmla="*/ 0 w 3097981"/>
              <a:gd name="connsiteY0" fmla="*/ 0 h 2154436"/>
              <a:gd name="connsiteX1" fmla="*/ 454371 w 3097981"/>
              <a:gd name="connsiteY1" fmla="*/ 0 h 2154436"/>
              <a:gd name="connsiteX2" fmla="*/ 1032660 w 3097981"/>
              <a:gd name="connsiteY2" fmla="*/ 0 h 2154436"/>
              <a:gd name="connsiteX3" fmla="*/ 1610950 w 3097981"/>
              <a:gd name="connsiteY3" fmla="*/ 0 h 2154436"/>
              <a:gd name="connsiteX4" fmla="*/ 2065321 w 3097981"/>
              <a:gd name="connsiteY4" fmla="*/ 0 h 2154436"/>
              <a:gd name="connsiteX5" fmla="*/ 2612631 w 3097981"/>
              <a:gd name="connsiteY5" fmla="*/ 0 h 2154436"/>
              <a:gd name="connsiteX6" fmla="*/ 3097981 w 3097981"/>
              <a:gd name="connsiteY6" fmla="*/ 0 h 2154436"/>
              <a:gd name="connsiteX7" fmla="*/ 3097981 w 3097981"/>
              <a:gd name="connsiteY7" fmla="*/ 581698 h 2154436"/>
              <a:gd name="connsiteX8" fmla="*/ 3097981 w 3097981"/>
              <a:gd name="connsiteY8" fmla="*/ 1077218 h 2154436"/>
              <a:gd name="connsiteX9" fmla="*/ 3097981 w 3097981"/>
              <a:gd name="connsiteY9" fmla="*/ 1637371 h 2154436"/>
              <a:gd name="connsiteX10" fmla="*/ 3097981 w 3097981"/>
              <a:gd name="connsiteY10" fmla="*/ 2154436 h 2154436"/>
              <a:gd name="connsiteX11" fmla="*/ 2612631 w 3097981"/>
              <a:gd name="connsiteY11" fmla="*/ 2154436 h 2154436"/>
              <a:gd name="connsiteX12" fmla="*/ 2127280 w 3097981"/>
              <a:gd name="connsiteY12" fmla="*/ 2154436 h 2154436"/>
              <a:gd name="connsiteX13" fmla="*/ 1548991 w 3097981"/>
              <a:gd name="connsiteY13" fmla="*/ 2154436 h 2154436"/>
              <a:gd name="connsiteX14" fmla="*/ 1032660 w 3097981"/>
              <a:gd name="connsiteY14" fmla="*/ 2154436 h 2154436"/>
              <a:gd name="connsiteX15" fmla="*/ 454371 w 3097981"/>
              <a:gd name="connsiteY15" fmla="*/ 2154436 h 2154436"/>
              <a:gd name="connsiteX16" fmla="*/ 0 w 3097981"/>
              <a:gd name="connsiteY16" fmla="*/ 2154436 h 2154436"/>
              <a:gd name="connsiteX17" fmla="*/ 0 w 3097981"/>
              <a:gd name="connsiteY17" fmla="*/ 1594283 h 2154436"/>
              <a:gd name="connsiteX18" fmla="*/ 0 w 3097981"/>
              <a:gd name="connsiteY18" fmla="*/ 1077218 h 2154436"/>
              <a:gd name="connsiteX19" fmla="*/ 0 w 3097981"/>
              <a:gd name="connsiteY19" fmla="*/ 517065 h 2154436"/>
              <a:gd name="connsiteX20" fmla="*/ 0 w 3097981"/>
              <a:gd name="connsiteY20" fmla="*/ 0 h 2154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097981" h="2154436" extrusionOk="0">
                <a:moveTo>
                  <a:pt x="0" y="0"/>
                </a:moveTo>
                <a:cubicBezTo>
                  <a:pt x="188349" y="-26611"/>
                  <a:pt x="301934" y="1652"/>
                  <a:pt x="454371" y="0"/>
                </a:cubicBezTo>
                <a:cubicBezTo>
                  <a:pt x="606808" y="-1652"/>
                  <a:pt x="902242" y="27755"/>
                  <a:pt x="1032660" y="0"/>
                </a:cubicBezTo>
                <a:cubicBezTo>
                  <a:pt x="1163078" y="-27755"/>
                  <a:pt x="1387998" y="20142"/>
                  <a:pt x="1610950" y="0"/>
                </a:cubicBezTo>
                <a:cubicBezTo>
                  <a:pt x="1833902" y="-20142"/>
                  <a:pt x="1949781" y="29949"/>
                  <a:pt x="2065321" y="0"/>
                </a:cubicBezTo>
                <a:cubicBezTo>
                  <a:pt x="2180861" y="-29949"/>
                  <a:pt x="2448958" y="37073"/>
                  <a:pt x="2612631" y="0"/>
                </a:cubicBezTo>
                <a:cubicBezTo>
                  <a:pt x="2776304" y="-37073"/>
                  <a:pt x="2964154" y="31999"/>
                  <a:pt x="3097981" y="0"/>
                </a:cubicBezTo>
                <a:cubicBezTo>
                  <a:pt x="3100134" y="133526"/>
                  <a:pt x="3087555" y="390250"/>
                  <a:pt x="3097981" y="581698"/>
                </a:cubicBezTo>
                <a:cubicBezTo>
                  <a:pt x="3108407" y="773146"/>
                  <a:pt x="3041085" y="886391"/>
                  <a:pt x="3097981" y="1077218"/>
                </a:cubicBezTo>
                <a:cubicBezTo>
                  <a:pt x="3154877" y="1268045"/>
                  <a:pt x="3078395" y="1471003"/>
                  <a:pt x="3097981" y="1637371"/>
                </a:cubicBezTo>
                <a:cubicBezTo>
                  <a:pt x="3117567" y="1803739"/>
                  <a:pt x="3062095" y="1996999"/>
                  <a:pt x="3097981" y="2154436"/>
                </a:cubicBezTo>
                <a:cubicBezTo>
                  <a:pt x="2963537" y="2207416"/>
                  <a:pt x="2734044" y="2105408"/>
                  <a:pt x="2612631" y="2154436"/>
                </a:cubicBezTo>
                <a:cubicBezTo>
                  <a:pt x="2491218" y="2203464"/>
                  <a:pt x="2268229" y="2125255"/>
                  <a:pt x="2127280" y="2154436"/>
                </a:cubicBezTo>
                <a:cubicBezTo>
                  <a:pt x="1986331" y="2183617"/>
                  <a:pt x="1724927" y="2134274"/>
                  <a:pt x="1548991" y="2154436"/>
                </a:cubicBezTo>
                <a:cubicBezTo>
                  <a:pt x="1373055" y="2174598"/>
                  <a:pt x="1187207" y="2140728"/>
                  <a:pt x="1032660" y="2154436"/>
                </a:cubicBezTo>
                <a:cubicBezTo>
                  <a:pt x="878113" y="2168144"/>
                  <a:pt x="734236" y="2120285"/>
                  <a:pt x="454371" y="2154436"/>
                </a:cubicBezTo>
                <a:cubicBezTo>
                  <a:pt x="174506" y="2188587"/>
                  <a:pt x="217302" y="2136862"/>
                  <a:pt x="0" y="2154436"/>
                </a:cubicBezTo>
                <a:cubicBezTo>
                  <a:pt x="-55390" y="1970557"/>
                  <a:pt x="48304" y="1737743"/>
                  <a:pt x="0" y="1594283"/>
                </a:cubicBezTo>
                <a:cubicBezTo>
                  <a:pt x="-48304" y="1450823"/>
                  <a:pt x="41522" y="1265901"/>
                  <a:pt x="0" y="1077218"/>
                </a:cubicBezTo>
                <a:cubicBezTo>
                  <a:pt x="-41522" y="888535"/>
                  <a:pt x="24318" y="640270"/>
                  <a:pt x="0" y="517065"/>
                </a:cubicBezTo>
                <a:cubicBezTo>
                  <a:pt x="-24318" y="393860"/>
                  <a:pt x="25289" y="105309"/>
                  <a:pt x="0" y="0"/>
                </a:cubicBezTo>
                <a:close/>
              </a:path>
            </a:pathLst>
          </a:custGeom>
          <a:noFill/>
          <a:ln w="38100">
            <a:noFill/>
            <a:extLst>
              <a:ext uri="{C807C97D-BFC1-408E-A445-0C87EB9F89A2}">
                <ask:lineSketchStyleProps xmlns:ask="http://schemas.microsoft.com/office/drawing/2018/sketchyshapes" sd="19591507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 b="1"/>
            </a:lvl1pPr>
          </a:lstStyle>
          <a:p>
            <a:r>
              <a:rPr lang="en-GB" sz="1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Unsupervised ML models for</a:t>
            </a:r>
          </a:p>
          <a:p>
            <a:r>
              <a:rPr lang="en-GB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 Modelling</a:t>
            </a:r>
          </a:p>
          <a:p>
            <a:r>
              <a:rPr lang="en-GB" sz="1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Methods for discovering latent structures (e.g., topics) in your data (e.g., texts)</a:t>
            </a:r>
          </a:p>
          <a:p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1962F6-82D3-48CF-8EDB-94E06F1EA269}"/>
              </a:ext>
            </a:extLst>
          </p:cNvPr>
          <p:cNvSpPr txBox="1"/>
          <p:nvPr/>
        </p:nvSpPr>
        <p:spPr>
          <a:xfrm>
            <a:off x="2041780" y="3126975"/>
            <a:ext cx="9393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Topics: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D51302E-7658-4AE8-A629-79360909E277}"/>
              </a:ext>
            </a:extLst>
          </p:cNvPr>
          <p:cNvSpPr txBox="1"/>
          <p:nvPr/>
        </p:nvSpPr>
        <p:spPr>
          <a:xfrm>
            <a:off x="2041781" y="2059045"/>
            <a:ext cx="754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Task: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6A9D9B0-D2AD-4851-9E6B-1DE2DBF1B0D0}"/>
              </a:ext>
            </a:extLst>
          </p:cNvPr>
          <p:cNvSpPr txBox="1"/>
          <p:nvPr/>
        </p:nvSpPr>
        <p:spPr>
          <a:xfrm>
            <a:off x="2692888" y="1824642"/>
            <a:ext cx="14093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Organize texts according to their topics</a:t>
            </a:r>
            <a:endParaRPr lang="en-GB" sz="1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1048B86-38AB-47EF-B663-BE7F945C123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9415" y="1905290"/>
            <a:ext cx="5424758" cy="2852785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38283624-CAC1-4493-8E36-610A547A7F25}"/>
              </a:ext>
            </a:extLst>
          </p:cNvPr>
          <p:cNvSpPr txBox="1"/>
          <p:nvPr/>
        </p:nvSpPr>
        <p:spPr>
          <a:xfrm>
            <a:off x="6536263" y="4511372"/>
            <a:ext cx="4569191" cy="1754326"/>
          </a:xfrm>
          <a:custGeom>
            <a:avLst/>
            <a:gdLst>
              <a:gd name="connsiteX0" fmla="*/ 0 w 4569191"/>
              <a:gd name="connsiteY0" fmla="*/ 0 h 1754326"/>
              <a:gd name="connsiteX1" fmla="*/ 479765 w 4569191"/>
              <a:gd name="connsiteY1" fmla="*/ 0 h 1754326"/>
              <a:gd name="connsiteX2" fmla="*/ 1142298 w 4569191"/>
              <a:gd name="connsiteY2" fmla="*/ 0 h 1754326"/>
              <a:gd name="connsiteX3" fmla="*/ 1804830 w 4569191"/>
              <a:gd name="connsiteY3" fmla="*/ 0 h 1754326"/>
              <a:gd name="connsiteX4" fmla="*/ 2284596 w 4569191"/>
              <a:gd name="connsiteY4" fmla="*/ 0 h 1754326"/>
              <a:gd name="connsiteX5" fmla="*/ 2901436 w 4569191"/>
              <a:gd name="connsiteY5" fmla="*/ 0 h 1754326"/>
              <a:gd name="connsiteX6" fmla="*/ 3335509 w 4569191"/>
              <a:gd name="connsiteY6" fmla="*/ 0 h 1754326"/>
              <a:gd name="connsiteX7" fmla="*/ 3998042 w 4569191"/>
              <a:gd name="connsiteY7" fmla="*/ 0 h 1754326"/>
              <a:gd name="connsiteX8" fmla="*/ 4569191 w 4569191"/>
              <a:gd name="connsiteY8" fmla="*/ 0 h 1754326"/>
              <a:gd name="connsiteX9" fmla="*/ 4569191 w 4569191"/>
              <a:gd name="connsiteY9" fmla="*/ 532146 h 1754326"/>
              <a:gd name="connsiteX10" fmla="*/ 4569191 w 4569191"/>
              <a:gd name="connsiteY10" fmla="*/ 1116921 h 1754326"/>
              <a:gd name="connsiteX11" fmla="*/ 4569191 w 4569191"/>
              <a:gd name="connsiteY11" fmla="*/ 1754326 h 1754326"/>
              <a:gd name="connsiteX12" fmla="*/ 4043734 w 4569191"/>
              <a:gd name="connsiteY12" fmla="*/ 1754326 h 1754326"/>
              <a:gd name="connsiteX13" fmla="*/ 3381201 w 4569191"/>
              <a:gd name="connsiteY13" fmla="*/ 1754326 h 1754326"/>
              <a:gd name="connsiteX14" fmla="*/ 2810052 w 4569191"/>
              <a:gd name="connsiteY14" fmla="*/ 1754326 h 1754326"/>
              <a:gd name="connsiteX15" fmla="*/ 2147520 w 4569191"/>
              <a:gd name="connsiteY15" fmla="*/ 1754326 h 1754326"/>
              <a:gd name="connsiteX16" fmla="*/ 1667755 w 4569191"/>
              <a:gd name="connsiteY16" fmla="*/ 1754326 h 1754326"/>
              <a:gd name="connsiteX17" fmla="*/ 1050914 w 4569191"/>
              <a:gd name="connsiteY17" fmla="*/ 1754326 h 1754326"/>
              <a:gd name="connsiteX18" fmla="*/ 0 w 4569191"/>
              <a:gd name="connsiteY18" fmla="*/ 1754326 h 1754326"/>
              <a:gd name="connsiteX19" fmla="*/ 0 w 4569191"/>
              <a:gd name="connsiteY19" fmla="*/ 1204637 h 1754326"/>
              <a:gd name="connsiteX20" fmla="*/ 0 w 4569191"/>
              <a:gd name="connsiteY20" fmla="*/ 672492 h 1754326"/>
              <a:gd name="connsiteX21" fmla="*/ 0 w 4569191"/>
              <a:gd name="connsiteY21" fmla="*/ 0 h 1754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4569191" h="1754326" extrusionOk="0">
                <a:moveTo>
                  <a:pt x="0" y="0"/>
                </a:moveTo>
                <a:cubicBezTo>
                  <a:pt x="145105" y="-54804"/>
                  <a:pt x="376116" y="12786"/>
                  <a:pt x="479765" y="0"/>
                </a:cubicBezTo>
                <a:cubicBezTo>
                  <a:pt x="583415" y="-12786"/>
                  <a:pt x="1000879" y="47574"/>
                  <a:pt x="1142298" y="0"/>
                </a:cubicBezTo>
                <a:cubicBezTo>
                  <a:pt x="1283717" y="-47574"/>
                  <a:pt x="1526091" y="64757"/>
                  <a:pt x="1804830" y="0"/>
                </a:cubicBezTo>
                <a:cubicBezTo>
                  <a:pt x="2083569" y="-64757"/>
                  <a:pt x="2130336" y="50977"/>
                  <a:pt x="2284596" y="0"/>
                </a:cubicBezTo>
                <a:cubicBezTo>
                  <a:pt x="2438856" y="-50977"/>
                  <a:pt x="2766484" y="9547"/>
                  <a:pt x="2901436" y="0"/>
                </a:cubicBezTo>
                <a:cubicBezTo>
                  <a:pt x="3036388" y="-9547"/>
                  <a:pt x="3161290" y="30409"/>
                  <a:pt x="3335509" y="0"/>
                </a:cubicBezTo>
                <a:cubicBezTo>
                  <a:pt x="3509728" y="-30409"/>
                  <a:pt x="3857923" y="32466"/>
                  <a:pt x="3998042" y="0"/>
                </a:cubicBezTo>
                <a:cubicBezTo>
                  <a:pt x="4138161" y="-32466"/>
                  <a:pt x="4293046" y="56350"/>
                  <a:pt x="4569191" y="0"/>
                </a:cubicBezTo>
                <a:cubicBezTo>
                  <a:pt x="4596953" y="168756"/>
                  <a:pt x="4553621" y="411557"/>
                  <a:pt x="4569191" y="532146"/>
                </a:cubicBezTo>
                <a:cubicBezTo>
                  <a:pt x="4584761" y="652735"/>
                  <a:pt x="4515175" y="958876"/>
                  <a:pt x="4569191" y="1116921"/>
                </a:cubicBezTo>
                <a:cubicBezTo>
                  <a:pt x="4623207" y="1274966"/>
                  <a:pt x="4514632" y="1540832"/>
                  <a:pt x="4569191" y="1754326"/>
                </a:cubicBezTo>
                <a:cubicBezTo>
                  <a:pt x="4347069" y="1797429"/>
                  <a:pt x="4291455" y="1742109"/>
                  <a:pt x="4043734" y="1754326"/>
                </a:cubicBezTo>
                <a:cubicBezTo>
                  <a:pt x="3796013" y="1766543"/>
                  <a:pt x="3634456" y="1728837"/>
                  <a:pt x="3381201" y="1754326"/>
                </a:cubicBezTo>
                <a:cubicBezTo>
                  <a:pt x="3127946" y="1779815"/>
                  <a:pt x="2977785" y="1728317"/>
                  <a:pt x="2810052" y="1754326"/>
                </a:cubicBezTo>
                <a:cubicBezTo>
                  <a:pt x="2642319" y="1780335"/>
                  <a:pt x="2375326" y="1718233"/>
                  <a:pt x="2147520" y="1754326"/>
                </a:cubicBezTo>
                <a:cubicBezTo>
                  <a:pt x="1919714" y="1790419"/>
                  <a:pt x="1821303" y="1704475"/>
                  <a:pt x="1667755" y="1754326"/>
                </a:cubicBezTo>
                <a:cubicBezTo>
                  <a:pt x="1514208" y="1804177"/>
                  <a:pt x="1279480" y="1690774"/>
                  <a:pt x="1050914" y="1754326"/>
                </a:cubicBezTo>
                <a:cubicBezTo>
                  <a:pt x="822348" y="1817878"/>
                  <a:pt x="405258" y="1705398"/>
                  <a:pt x="0" y="1754326"/>
                </a:cubicBezTo>
                <a:cubicBezTo>
                  <a:pt x="-12631" y="1591739"/>
                  <a:pt x="4981" y="1424272"/>
                  <a:pt x="0" y="1204637"/>
                </a:cubicBezTo>
                <a:cubicBezTo>
                  <a:pt x="-4981" y="985002"/>
                  <a:pt x="20470" y="860375"/>
                  <a:pt x="0" y="672492"/>
                </a:cubicBezTo>
                <a:cubicBezTo>
                  <a:pt x="-20470" y="484610"/>
                  <a:pt x="20476" y="199122"/>
                  <a:pt x="0" y="0"/>
                </a:cubicBezTo>
                <a:close/>
              </a:path>
            </a:pathLst>
          </a:custGeom>
          <a:noFill/>
          <a:ln w="38100">
            <a:noFill/>
            <a:extLst>
              <a:ext uri="{C807C97D-BFC1-408E-A445-0C87EB9F89A2}">
                <ask:lineSketchStyleProps xmlns:ask="http://schemas.microsoft.com/office/drawing/2018/sketchyshapes" sd="19591507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 b="1"/>
            </a:lvl1pPr>
          </a:lstStyle>
          <a:p>
            <a:pPr algn="l"/>
            <a:r>
              <a:rPr lang="en-GB" sz="1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Some important </a:t>
            </a:r>
            <a:r>
              <a:rPr lang="en-GB" sz="16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limitations</a:t>
            </a:r>
            <a:r>
              <a:rPr lang="en-GB" sz="1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285750" indent="-285750" algn="l">
              <a:buFontTx/>
              <a:buChar char="-"/>
            </a:pPr>
            <a:r>
              <a:rPr lang="en-GB" sz="1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must specify the number of topics 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before</a:t>
            </a:r>
            <a:r>
              <a:rPr lang="en-GB" sz="1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you start the analyses</a:t>
            </a:r>
          </a:p>
          <a:p>
            <a:pPr marL="285750" indent="-285750" algn="l">
              <a:buFontTx/>
              <a:buChar char="-"/>
            </a:pPr>
            <a:r>
              <a:rPr lang="en-GB" sz="1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Those distributions are estimated 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only</a:t>
            </a:r>
            <a:r>
              <a:rPr lang="en-GB" sz="1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relying on 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words co-occurrences</a:t>
            </a:r>
          </a:p>
          <a:p>
            <a:pPr marL="285750" indent="-285750" algn="l">
              <a:buFontTx/>
              <a:buChar char="-"/>
            </a:pPr>
            <a:r>
              <a:rPr lang="en-GB" sz="1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Only 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qualitative</a:t>
            </a:r>
            <a:r>
              <a:rPr lang="en-GB" sz="1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“checks” (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validation</a:t>
            </a:r>
            <a:r>
              <a:rPr lang="en-GB" sz="1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sz="11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3A8BE5F-A62A-4FF4-A8BC-F9A3A729E5DD}"/>
              </a:ext>
            </a:extLst>
          </p:cNvPr>
          <p:cNvSpPr txBox="1"/>
          <p:nvPr/>
        </p:nvSpPr>
        <p:spPr>
          <a:xfrm>
            <a:off x="6536262" y="4515185"/>
            <a:ext cx="4569191" cy="1323439"/>
          </a:xfrm>
          <a:custGeom>
            <a:avLst/>
            <a:gdLst>
              <a:gd name="connsiteX0" fmla="*/ 0 w 4569191"/>
              <a:gd name="connsiteY0" fmla="*/ 0 h 1323439"/>
              <a:gd name="connsiteX1" fmla="*/ 479765 w 4569191"/>
              <a:gd name="connsiteY1" fmla="*/ 0 h 1323439"/>
              <a:gd name="connsiteX2" fmla="*/ 1142298 w 4569191"/>
              <a:gd name="connsiteY2" fmla="*/ 0 h 1323439"/>
              <a:gd name="connsiteX3" fmla="*/ 1804830 w 4569191"/>
              <a:gd name="connsiteY3" fmla="*/ 0 h 1323439"/>
              <a:gd name="connsiteX4" fmla="*/ 2284596 w 4569191"/>
              <a:gd name="connsiteY4" fmla="*/ 0 h 1323439"/>
              <a:gd name="connsiteX5" fmla="*/ 2901436 w 4569191"/>
              <a:gd name="connsiteY5" fmla="*/ 0 h 1323439"/>
              <a:gd name="connsiteX6" fmla="*/ 3335509 w 4569191"/>
              <a:gd name="connsiteY6" fmla="*/ 0 h 1323439"/>
              <a:gd name="connsiteX7" fmla="*/ 3998042 w 4569191"/>
              <a:gd name="connsiteY7" fmla="*/ 0 h 1323439"/>
              <a:gd name="connsiteX8" fmla="*/ 4569191 w 4569191"/>
              <a:gd name="connsiteY8" fmla="*/ 0 h 1323439"/>
              <a:gd name="connsiteX9" fmla="*/ 4569191 w 4569191"/>
              <a:gd name="connsiteY9" fmla="*/ 401443 h 1323439"/>
              <a:gd name="connsiteX10" fmla="*/ 4569191 w 4569191"/>
              <a:gd name="connsiteY10" fmla="*/ 842589 h 1323439"/>
              <a:gd name="connsiteX11" fmla="*/ 4569191 w 4569191"/>
              <a:gd name="connsiteY11" fmla="*/ 1323439 h 1323439"/>
              <a:gd name="connsiteX12" fmla="*/ 4043734 w 4569191"/>
              <a:gd name="connsiteY12" fmla="*/ 1323439 h 1323439"/>
              <a:gd name="connsiteX13" fmla="*/ 3381201 w 4569191"/>
              <a:gd name="connsiteY13" fmla="*/ 1323439 h 1323439"/>
              <a:gd name="connsiteX14" fmla="*/ 2810052 w 4569191"/>
              <a:gd name="connsiteY14" fmla="*/ 1323439 h 1323439"/>
              <a:gd name="connsiteX15" fmla="*/ 2147520 w 4569191"/>
              <a:gd name="connsiteY15" fmla="*/ 1323439 h 1323439"/>
              <a:gd name="connsiteX16" fmla="*/ 1667755 w 4569191"/>
              <a:gd name="connsiteY16" fmla="*/ 1323439 h 1323439"/>
              <a:gd name="connsiteX17" fmla="*/ 1050914 w 4569191"/>
              <a:gd name="connsiteY17" fmla="*/ 1323439 h 1323439"/>
              <a:gd name="connsiteX18" fmla="*/ 0 w 4569191"/>
              <a:gd name="connsiteY18" fmla="*/ 1323439 h 1323439"/>
              <a:gd name="connsiteX19" fmla="*/ 0 w 4569191"/>
              <a:gd name="connsiteY19" fmla="*/ 908761 h 1323439"/>
              <a:gd name="connsiteX20" fmla="*/ 0 w 4569191"/>
              <a:gd name="connsiteY20" fmla="*/ 507318 h 1323439"/>
              <a:gd name="connsiteX21" fmla="*/ 0 w 4569191"/>
              <a:gd name="connsiteY21" fmla="*/ 0 h 1323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4569191" h="1323439" extrusionOk="0">
                <a:moveTo>
                  <a:pt x="0" y="0"/>
                </a:moveTo>
                <a:cubicBezTo>
                  <a:pt x="145105" y="-54804"/>
                  <a:pt x="376116" y="12786"/>
                  <a:pt x="479765" y="0"/>
                </a:cubicBezTo>
                <a:cubicBezTo>
                  <a:pt x="583415" y="-12786"/>
                  <a:pt x="1000879" y="47574"/>
                  <a:pt x="1142298" y="0"/>
                </a:cubicBezTo>
                <a:cubicBezTo>
                  <a:pt x="1283717" y="-47574"/>
                  <a:pt x="1526091" y="64757"/>
                  <a:pt x="1804830" y="0"/>
                </a:cubicBezTo>
                <a:cubicBezTo>
                  <a:pt x="2083569" y="-64757"/>
                  <a:pt x="2130336" y="50977"/>
                  <a:pt x="2284596" y="0"/>
                </a:cubicBezTo>
                <a:cubicBezTo>
                  <a:pt x="2438856" y="-50977"/>
                  <a:pt x="2766484" y="9547"/>
                  <a:pt x="2901436" y="0"/>
                </a:cubicBezTo>
                <a:cubicBezTo>
                  <a:pt x="3036388" y="-9547"/>
                  <a:pt x="3161290" y="30409"/>
                  <a:pt x="3335509" y="0"/>
                </a:cubicBezTo>
                <a:cubicBezTo>
                  <a:pt x="3509728" y="-30409"/>
                  <a:pt x="3857923" y="32466"/>
                  <a:pt x="3998042" y="0"/>
                </a:cubicBezTo>
                <a:cubicBezTo>
                  <a:pt x="4138161" y="-32466"/>
                  <a:pt x="4293046" y="56350"/>
                  <a:pt x="4569191" y="0"/>
                </a:cubicBezTo>
                <a:cubicBezTo>
                  <a:pt x="4614608" y="164677"/>
                  <a:pt x="4526101" y="303167"/>
                  <a:pt x="4569191" y="401443"/>
                </a:cubicBezTo>
                <a:cubicBezTo>
                  <a:pt x="4612281" y="499719"/>
                  <a:pt x="4552962" y="705698"/>
                  <a:pt x="4569191" y="842589"/>
                </a:cubicBezTo>
                <a:cubicBezTo>
                  <a:pt x="4585420" y="979480"/>
                  <a:pt x="4533689" y="1093652"/>
                  <a:pt x="4569191" y="1323439"/>
                </a:cubicBezTo>
                <a:cubicBezTo>
                  <a:pt x="4347069" y="1366542"/>
                  <a:pt x="4291455" y="1311222"/>
                  <a:pt x="4043734" y="1323439"/>
                </a:cubicBezTo>
                <a:cubicBezTo>
                  <a:pt x="3796013" y="1335656"/>
                  <a:pt x="3634456" y="1297950"/>
                  <a:pt x="3381201" y="1323439"/>
                </a:cubicBezTo>
                <a:cubicBezTo>
                  <a:pt x="3127946" y="1348928"/>
                  <a:pt x="2977785" y="1297430"/>
                  <a:pt x="2810052" y="1323439"/>
                </a:cubicBezTo>
                <a:cubicBezTo>
                  <a:pt x="2642319" y="1349448"/>
                  <a:pt x="2375326" y="1287346"/>
                  <a:pt x="2147520" y="1323439"/>
                </a:cubicBezTo>
                <a:cubicBezTo>
                  <a:pt x="1919714" y="1359532"/>
                  <a:pt x="1821303" y="1273588"/>
                  <a:pt x="1667755" y="1323439"/>
                </a:cubicBezTo>
                <a:cubicBezTo>
                  <a:pt x="1514208" y="1373290"/>
                  <a:pt x="1279480" y="1259887"/>
                  <a:pt x="1050914" y="1323439"/>
                </a:cubicBezTo>
                <a:cubicBezTo>
                  <a:pt x="822348" y="1386991"/>
                  <a:pt x="405258" y="1274511"/>
                  <a:pt x="0" y="1323439"/>
                </a:cubicBezTo>
                <a:cubicBezTo>
                  <a:pt x="-933" y="1176002"/>
                  <a:pt x="23355" y="1104960"/>
                  <a:pt x="0" y="908761"/>
                </a:cubicBezTo>
                <a:cubicBezTo>
                  <a:pt x="-23355" y="712562"/>
                  <a:pt x="37819" y="703492"/>
                  <a:pt x="0" y="507318"/>
                </a:cubicBezTo>
                <a:cubicBezTo>
                  <a:pt x="-37819" y="311144"/>
                  <a:pt x="57610" y="213445"/>
                  <a:pt x="0" y="0"/>
                </a:cubicBezTo>
                <a:close/>
              </a:path>
            </a:pathLst>
          </a:custGeom>
          <a:noFill/>
          <a:ln w="38100">
            <a:noFill/>
            <a:extLst>
              <a:ext uri="{C807C97D-BFC1-408E-A445-0C87EB9F89A2}">
                <ask:lineSketchStyleProps xmlns:ask="http://schemas.microsoft.com/office/drawing/2018/sketchyshapes" sd="19591507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 b="1"/>
            </a:lvl1pPr>
          </a:lstStyle>
          <a:p>
            <a:pPr algn="l"/>
            <a:r>
              <a:rPr lang="en-GB" sz="1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Output:</a:t>
            </a:r>
          </a:p>
          <a:p>
            <a:pPr marL="285750" indent="-285750" algn="l">
              <a:buFontTx/>
              <a:buChar char="-"/>
            </a:pPr>
            <a:r>
              <a:rPr lang="en-GB" sz="1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distribution</a:t>
            </a:r>
            <a:r>
              <a:rPr lang="en-GB" sz="1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lang="en-GB" sz="1600" dirty="0">
                <a:solidFill>
                  <a:srgbClr val="336D9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words per topic </a:t>
            </a:r>
            <a:r>
              <a:rPr lang="en-GB" sz="1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or, probability that a word is in a given topic</a:t>
            </a:r>
          </a:p>
          <a:p>
            <a:pPr marL="285750" indent="-285750" algn="l">
              <a:buFontTx/>
              <a:buChar char="-"/>
            </a:pPr>
            <a:r>
              <a:rPr lang="en-GB" sz="1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distribution</a:t>
            </a:r>
            <a:r>
              <a:rPr lang="en-GB" sz="1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lang="en-GB" sz="1600" dirty="0">
                <a:solidFill>
                  <a:srgbClr val="E6A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topics per document </a:t>
            </a:r>
            <a:r>
              <a:rPr lang="en-GB" sz="1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how probable is that a text contains a topic</a:t>
            </a:r>
            <a:endParaRPr lang="en-GB" sz="14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566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8" grpId="0"/>
      <p:bldP spid="7" grpId="0"/>
      <p:bldP spid="52" grpId="0"/>
      <p:bldP spid="54" grpId="0"/>
      <p:bldP spid="72" grpId="0"/>
      <p:bldP spid="73" grpId="0"/>
      <p:bldP spid="7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27bb8ba2d6_0_18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6</a:t>
            </a:fld>
            <a:endParaRPr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9B1D453-8192-434E-90DF-55727C929251}"/>
              </a:ext>
            </a:extLst>
          </p:cNvPr>
          <p:cNvSpPr txBox="1"/>
          <p:nvPr/>
        </p:nvSpPr>
        <p:spPr>
          <a:xfrm>
            <a:off x="478721" y="464985"/>
            <a:ext cx="1966309" cy="369332"/>
          </a:xfrm>
          <a:custGeom>
            <a:avLst/>
            <a:gdLst>
              <a:gd name="connsiteX0" fmla="*/ 0 w 1966309"/>
              <a:gd name="connsiteY0" fmla="*/ 0 h 369332"/>
              <a:gd name="connsiteX1" fmla="*/ 694763 w 1966309"/>
              <a:gd name="connsiteY1" fmla="*/ 0 h 369332"/>
              <a:gd name="connsiteX2" fmla="*/ 1310873 w 1966309"/>
              <a:gd name="connsiteY2" fmla="*/ 0 h 369332"/>
              <a:gd name="connsiteX3" fmla="*/ 1966309 w 1966309"/>
              <a:gd name="connsiteY3" fmla="*/ 0 h 369332"/>
              <a:gd name="connsiteX4" fmla="*/ 1966309 w 1966309"/>
              <a:gd name="connsiteY4" fmla="*/ 369332 h 369332"/>
              <a:gd name="connsiteX5" fmla="*/ 1271546 w 1966309"/>
              <a:gd name="connsiteY5" fmla="*/ 369332 h 369332"/>
              <a:gd name="connsiteX6" fmla="*/ 616110 w 1966309"/>
              <a:gd name="connsiteY6" fmla="*/ 369332 h 369332"/>
              <a:gd name="connsiteX7" fmla="*/ 0 w 1966309"/>
              <a:gd name="connsiteY7" fmla="*/ 369332 h 369332"/>
              <a:gd name="connsiteX8" fmla="*/ 0 w 1966309"/>
              <a:gd name="connsiteY8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66309" h="369332" fill="none" extrusionOk="0">
                <a:moveTo>
                  <a:pt x="0" y="0"/>
                </a:moveTo>
                <a:cubicBezTo>
                  <a:pt x="197338" y="-3616"/>
                  <a:pt x="377366" y="-2001"/>
                  <a:pt x="694763" y="0"/>
                </a:cubicBezTo>
                <a:cubicBezTo>
                  <a:pt x="1012160" y="2001"/>
                  <a:pt x="1035584" y="27847"/>
                  <a:pt x="1310873" y="0"/>
                </a:cubicBezTo>
                <a:cubicBezTo>
                  <a:pt x="1586162" y="-27847"/>
                  <a:pt x="1657212" y="-6492"/>
                  <a:pt x="1966309" y="0"/>
                </a:cubicBezTo>
                <a:cubicBezTo>
                  <a:pt x="1981105" y="128329"/>
                  <a:pt x="1963245" y="281279"/>
                  <a:pt x="1966309" y="369332"/>
                </a:cubicBezTo>
                <a:cubicBezTo>
                  <a:pt x="1708127" y="391113"/>
                  <a:pt x="1564133" y="396212"/>
                  <a:pt x="1271546" y="369332"/>
                </a:cubicBezTo>
                <a:cubicBezTo>
                  <a:pt x="978959" y="342452"/>
                  <a:pt x="875795" y="343030"/>
                  <a:pt x="616110" y="369332"/>
                </a:cubicBezTo>
                <a:cubicBezTo>
                  <a:pt x="356425" y="395634"/>
                  <a:pt x="303691" y="353044"/>
                  <a:pt x="0" y="369332"/>
                </a:cubicBezTo>
                <a:cubicBezTo>
                  <a:pt x="14693" y="194832"/>
                  <a:pt x="-5338" y="115888"/>
                  <a:pt x="0" y="0"/>
                </a:cubicBezTo>
                <a:close/>
              </a:path>
              <a:path w="1966309" h="369332" stroke="0" extrusionOk="0">
                <a:moveTo>
                  <a:pt x="0" y="0"/>
                </a:moveTo>
                <a:cubicBezTo>
                  <a:pt x="197746" y="4877"/>
                  <a:pt x="460404" y="-1654"/>
                  <a:pt x="616110" y="0"/>
                </a:cubicBezTo>
                <a:cubicBezTo>
                  <a:pt x="771816" y="1654"/>
                  <a:pt x="1041565" y="-17679"/>
                  <a:pt x="1251883" y="0"/>
                </a:cubicBezTo>
                <a:cubicBezTo>
                  <a:pt x="1462201" y="17679"/>
                  <a:pt x="1640841" y="9361"/>
                  <a:pt x="1966309" y="0"/>
                </a:cubicBezTo>
                <a:cubicBezTo>
                  <a:pt x="1949326" y="85568"/>
                  <a:pt x="1953172" y="246786"/>
                  <a:pt x="1966309" y="369332"/>
                </a:cubicBezTo>
                <a:cubicBezTo>
                  <a:pt x="1702814" y="384486"/>
                  <a:pt x="1569982" y="357805"/>
                  <a:pt x="1330536" y="369332"/>
                </a:cubicBezTo>
                <a:cubicBezTo>
                  <a:pt x="1091090" y="380859"/>
                  <a:pt x="961899" y="386588"/>
                  <a:pt x="635773" y="369332"/>
                </a:cubicBezTo>
                <a:cubicBezTo>
                  <a:pt x="309647" y="352076"/>
                  <a:pt x="213288" y="396193"/>
                  <a:pt x="0" y="369332"/>
                </a:cubicBezTo>
                <a:cubicBezTo>
                  <a:pt x="2491" y="283553"/>
                  <a:pt x="4609" y="113202"/>
                  <a:pt x="0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315266199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 b="1"/>
            </a:lvl1pPr>
          </a:lstStyle>
          <a:p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Collection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C054796-9635-4507-BCBE-271F87C47B6E}"/>
              </a:ext>
            </a:extLst>
          </p:cNvPr>
          <p:cNvSpPr txBox="1"/>
          <p:nvPr/>
        </p:nvSpPr>
        <p:spPr>
          <a:xfrm>
            <a:off x="2796698" y="464985"/>
            <a:ext cx="1966309" cy="369332"/>
          </a:xfrm>
          <a:custGeom>
            <a:avLst/>
            <a:gdLst>
              <a:gd name="connsiteX0" fmla="*/ 0 w 1966309"/>
              <a:gd name="connsiteY0" fmla="*/ 0 h 369332"/>
              <a:gd name="connsiteX1" fmla="*/ 675099 w 1966309"/>
              <a:gd name="connsiteY1" fmla="*/ 0 h 369332"/>
              <a:gd name="connsiteX2" fmla="*/ 1369862 w 1966309"/>
              <a:gd name="connsiteY2" fmla="*/ 0 h 369332"/>
              <a:gd name="connsiteX3" fmla="*/ 1966309 w 1966309"/>
              <a:gd name="connsiteY3" fmla="*/ 0 h 369332"/>
              <a:gd name="connsiteX4" fmla="*/ 1966309 w 1966309"/>
              <a:gd name="connsiteY4" fmla="*/ 369332 h 369332"/>
              <a:gd name="connsiteX5" fmla="*/ 1350199 w 1966309"/>
              <a:gd name="connsiteY5" fmla="*/ 369332 h 369332"/>
              <a:gd name="connsiteX6" fmla="*/ 675099 w 1966309"/>
              <a:gd name="connsiteY6" fmla="*/ 369332 h 369332"/>
              <a:gd name="connsiteX7" fmla="*/ 0 w 1966309"/>
              <a:gd name="connsiteY7" fmla="*/ 369332 h 369332"/>
              <a:gd name="connsiteX8" fmla="*/ 0 w 1966309"/>
              <a:gd name="connsiteY8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66309" h="369332" fill="none" extrusionOk="0">
                <a:moveTo>
                  <a:pt x="0" y="0"/>
                </a:moveTo>
                <a:cubicBezTo>
                  <a:pt x="154488" y="18604"/>
                  <a:pt x="344545" y="-13003"/>
                  <a:pt x="675099" y="0"/>
                </a:cubicBezTo>
                <a:cubicBezTo>
                  <a:pt x="1005653" y="13003"/>
                  <a:pt x="1202465" y="-18379"/>
                  <a:pt x="1369862" y="0"/>
                </a:cubicBezTo>
                <a:cubicBezTo>
                  <a:pt x="1537259" y="18379"/>
                  <a:pt x="1683282" y="-17564"/>
                  <a:pt x="1966309" y="0"/>
                </a:cubicBezTo>
                <a:cubicBezTo>
                  <a:pt x="1976390" y="171396"/>
                  <a:pt x="1982242" y="266436"/>
                  <a:pt x="1966309" y="369332"/>
                </a:cubicBezTo>
                <a:cubicBezTo>
                  <a:pt x="1769259" y="366212"/>
                  <a:pt x="1474961" y="353279"/>
                  <a:pt x="1350199" y="369332"/>
                </a:cubicBezTo>
                <a:cubicBezTo>
                  <a:pt x="1225437" y="385386"/>
                  <a:pt x="831025" y="345701"/>
                  <a:pt x="675099" y="369332"/>
                </a:cubicBezTo>
                <a:cubicBezTo>
                  <a:pt x="519173" y="392963"/>
                  <a:pt x="272818" y="365348"/>
                  <a:pt x="0" y="369332"/>
                </a:cubicBezTo>
                <a:cubicBezTo>
                  <a:pt x="-13447" y="185318"/>
                  <a:pt x="-2741" y="170126"/>
                  <a:pt x="0" y="0"/>
                </a:cubicBezTo>
                <a:close/>
              </a:path>
              <a:path w="1966309" h="369332" stroke="0" extrusionOk="0">
                <a:moveTo>
                  <a:pt x="0" y="0"/>
                </a:moveTo>
                <a:cubicBezTo>
                  <a:pt x="211713" y="17492"/>
                  <a:pt x="306119" y="12686"/>
                  <a:pt x="596447" y="0"/>
                </a:cubicBezTo>
                <a:cubicBezTo>
                  <a:pt x="886775" y="-12686"/>
                  <a:pt x="1076890" y="10466"/>
                  <a:pt x="1212557" y="0"/>
                </a:cubicBezTo>
                <a:cubicBezTo>
                  <a:pt x="1348224" y="-10466"/>
                  <a:pt x="1615368" y="14505"/>
                  <a:pt x="1966309" y="0"/>
                </a:cubicBezTo>
                <a:cubicBezTo>
                  <a:pt x="1983975" y="157080"/>
                  <a:pt x="1952950" y="244052"/>
                  <a:pt x="1966309" y="369332"/>
                </a:cubicBezTo>
                <a:cubicBezTo>
                  <a:pt x="1662013" y="352429"/>
                  <a:pt x="1564988" y="349645"/>
                  <a:pt x="1350199" y="369332"/>
                </a:cubicBezTo>
                <a:cubicBezTo>
                  <a:pt x="1135410" y="389020"/>
                  <a:pt x="993292" y="379709"/>
                  <a:pt x="734089" y="369332"/>
                </a:cubicBezTo>
                <a:cubicBezTo>
                  <a:pt x="474886" y="358956"/>
                  <a:pt x="179909" y="382031"/>
                  <a:pt x="0" y="369332"/>
                </a:cubicBezTo>
                <a:cubicBezTo>
                  <a:pt x="-2636" y="235356"/>
                  <a:pt x="-3357" y="152243"/>
                  <a:pt x="0" y="0"/>
                </a:cubicBezTo>
                <a:close/>
              </a:path>
            </a:pathLst>
          </a:custGeom>
          <a:solidFill>
            <a:srgbClr val="44546A"/>
          </a:solidFill>
          <a:ln>
            <a:extLst>
              <a:ext uri="{C807C97D-BFC1-408E-A445-0C87EB9F89A2}">
                <ask:lineSketchStyleProps xmlns:ask="http://schemas.microsoft.com/office/drawing/2018/sketchyshapes" sd="383692343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de-DE"/>
            </a:defPPr>
            <a:lvl1pPr algn="ctr">
              <a:defRPr b="1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dirty="0" err="1"/>
              <a:t>Preprocessinging</a:t>
            </a:r>
            <a:endParaRPr lang="en-GB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E8F70AD-BD37-41B7-9231-90E686DB4533}"/>
              </a:ext>
            </a:extLst>
          </p:cNvPr>
          <p:cNvSpPr txBox="1"/>
          <p:nvPr/>
        </p:nvSpPr>
        <p:spPr>
          <a:xfrm>
            <a:off x="5114675" y="357263"/>
            <a:ext cx="4042585" cy="584775"/>
          </a:xfrm>
          <a:custGeom>
            <a:avLst/>
            <a:gdLst>
              <a:gd name="connsiteX0" fmla="*/ 0 w 4042585"/>
              <a:gd name="connsiteY0" fmla="*/ 0 h 584775"/>
              <a:gd name="connsiteX1" fmla="*/ 714190 w 4042585"/>
              <a:gd name="connsiteY1" fmla="*/ 0 h 584775"/>
              <a:gd name="connsiteX2" fmla="*/ 1347528 w 4042585"/>
              <a:gd name="connsiteY2" fmla="*/ 0 h 584775"/>
              <a:gd name="connsiteX3" fmla="*/ 1900015 w 4042585"/>
              <a:gd name="connsiteY3" fmla="*/ 0 h 584775"/>
              <a:gd name="connsiteX4" fmla="*/ 2452502 w 4042585"/>
              <a:gd name="connsiteY4" fmla="*/ 0 h 584775"/>
              <a:gd name="connsiteX5" fmla="*/ 3085840 w 4042585"/>
              <a:gd name="connsiteY5" fmla="*/ 0 h 584775"/>
              <a:gd name="connsiteX6" fmla="*/ 4042585 w 4042585"/>
              <a:gd name="connsiteY6" fmla="*/ 0 h 584775"/>
              <a:gd name="connsiteX7" fmla="*/ 4042585 w 4042585"/>
              <a:gd name="connsiteY7" fmla="*/ 584775 h 584775"/>
              <a:gd name="connsiteX8" fmla="*/ 3409247 w 4042585"/>
              <a:gd name="connsiteY8" fmla="*/ 584775 h 584775"/>
              <a:gd name="connsiteX9" fmla="*/ 2816334 w 4042585"/>
              <a:gd name="connsiteY9" fmla="*/ 584775 h 584775"/>
              <a:gd name="connsiteX10" fmla="*/ 2263848 w 4042585"/>
              <a:gd name="connsiteY10" fmla="*/ 584775 h 584775"/>
              <a:gd name="connsiteX11" fmla="*/ 1711361 w 4042585"/>
              <a:gd name="connsiteY11" fmla="*/ 584775 h 584775"/>
              <a:gd name="connsiteX12" fmla="*/ 1037597 w 4042585"/>
              <a:gd name="connsiteY12" fmla="*/ 584775 h 584775"/>
              <a:gd name="connsiteX13" fmla="*/ 0 w 4042585"/>
              <a:gd name="connsiteY13" fmla="*/ 584775 h 584775"/>
              <a:gd name="connsiteX14" fmla="*/ 0 w 4042585"/>
              <a:gd name="connsiteY14" fmla="*/ 0 h 584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042585" h="584775" fill="none" extrusionOk="0">
                <a:moveTo>
                  <a:pt x="0" y="0"/>
                </a:moveTo>
                <a:cubicBezTo>
                  <a:pt x="279912" y="553"/>
                  <a:pt x="409924" y="22097"/>
                  <a:pt x="714190" y="0"/>
                </a:cubicBezTo>
                <a:cubicBezTo>
                  <a:pt x="1018456" y="-22097"/>
                  <a:pt x="1188413" y="24282"/>
                  <a:pt x="1347528" y="0"/>
                </a:cubicBezTo>
                <a:cubicBezTo>
                  <a:pt x="1506643" y="-24282"/>
                  <a:pt x="1738982" y="8201"/>
                  <a:pt x="1900015" y="0"/>
                </a:cubicBezTo>
                <a:cubicBezTo>
                  <a:pt x="2061048" y="-8201"/>
                  <a:pt x="2222479" y="-25890"/>
                  <a:pt x="2452502" y="0"/>
                </a:cubicBezTo>
                <a:cubicBezTo>
                  <a:pt x="2682525" y="25890"/>
                  <a:pt x="2783532" y="12230"/>
                  <a:pt x="3085840" y="0"/>
                </a:cubicBezTo>
                <a:cubicBezTo>
                  <a:pt x="3388148" y="-12230"/>
                  <a:pt x="3773807" y="-41953"/>
                  <a:pt x="4042585" y="0"/>
                </a:cubicBezTo>
                <a:cubicBezTo>
                  <a:pt x="4040507" y="262931"/>
                  <a:pt x="4033676" y="335874"/>
                  <a:pt x="4042585" y="584775"/>
                </a:cubicBezTo>
                <a:cubicBezTo>
                  <a:pt x="3894620" y="562745"/>
                  <a:pt x="3588447" y="603494"/>
                  <a:pt x="3409247" y="584775"/>
                </a:cubicBezTo>
                <a:cubicBezTo>
                  <a:pt x="3230047" y="566056"/>
                  <a:pt x="3053358" y="574541"/>
                  <a:pt x="2816334" y="584775"/>
                </a:cubicBezTo>
                <a:cubicBezTo>
                  <a:pt x="2579310" y="595009"/>
                  <a:pt x="2510739" y="591936"/>
                  <a:pt x="2263848" y="584775"/>
                </a:cubicBezTo>
                <a:cubicBezTo>
                  <a:pt x="2016957" y="577614"/>
                  <a:pt x="1899825" y="562960"/>
                  <a:pt x="1711361" y="584775"/>
                </a:cubicBezTo>
                <a:cubicBezTo>
                  <a:pt x="1522897" y="606590"/>
                  <a:pt x="1347769" y="584130"/>
                  <a:pt x="1037597" y="584775"/>
                </a:cubicBezTo>
                <a:cubicBezTo>
                  <a:pt x="727425" y="585420"/>
                  <a:pt x="374061" y="624595"/>
                  <a:pt x="0" y="584775"/>
                </a:cubicBezTo>
                <a:cubicBezTo>
                  <a:pt x="-21323" y="334974"/>
                  <a:pt x="-4684" y="160778"/>
                  <a:pt x="0" y="0"/>
                </a:cubicBezTo>
                <a:close/>
              </a:path>
              <a:path w="4042585" h="584775" stroke="0" extrusionOk="0">
                <a:moveTo>
                  <a:pt x="0" y="0"/>
                </a:moveTo>
                <a:cubicBezTo>
                  <a:pt x="244300" y="-32666"/>
                  <a:pt x="502604" y="9338"/>
                  <a:pt x="754616" y="0"/>
                </a:cubicBezTo>
                <a:cubicBezTo>
                  <a:pt x="1006628" y="-9338"/>
                  <a:pt x="1111362" y="-20746"/>
                  <a:pt x="1347528" y="0"/>
                </a:cubicBezTo>
                <a:cubicBezTo>
                  <a:pt x="1583694" y="20746"/>
                  <a:pt x="1736150" y="9367"/>
                  <a:pt x="2102144" y="0"/>
                </a:cubicBezTo>
                <a:cubicBezTo>
                  <a:pt x="2468138" y="-9367"/>
                  <a:pt x="2486243" y="16158"/>
                  <a:pt x="2695057" y="0"/>
                </a:cubicBezTo>
                <a:cubicBezTo>
                  <a:pt x="2903871" y="-16158"/>
                  <a:pt x="3120654" y="9009"/>
                  <a:pt x="3368821" y="0"/>
                </a:cubicBezTo>
                <a:cubicBezTo>
                  <a:pt x="3616988" y="-9009"/>
                  <a:pt x="3803726" y="-31735"/>
                  <a:pt x="4042585" y="0"/>
                </a:cubicBezTo>
                <a:cubicBezTo>
                  <a:pt x="4058416" y="240318"/>
                  <a:pt x="4018295" y="364070"/>
                  <a:pt x="4042585" y="584775"/>
                </a:cubicBezTo>
                <a:cubicBezTo>
                  <a:pt x="3907585" y="558260"/>
                  <a:pt x="3670423" y="587467"/>
                  <a:pt x="3409247" y="584775"/>
                </a:cubicBezTo>
                <a:cubicBezTo>
                  <a:pt x="3148071" y="582083"/>
                  <a:pt x="2854031" y="617806"/>
                  <a:pt x="2654631" y="584775"/>
                </a:cubicBezTo>
                <a:cubicBezTo>
                  <a:pt x="2455231" y="551744"/>
                  <a:pt x="2259330" y="580401"/>
                  <a:pt x="2021293" y="584775"/>
                </a:cubicBezTo>
                <a:cubicBezTo>
                  <a:pt x="1783256" y="589149"/>
                  <a:pt x="1621801" y="607803"/>
                  <a:pt x="1347528" y="584775"/>
                </a:cubicBezTo>
                <a:cubicBezTo>
                  <a:pt x="1073255" y="561747"/>
                  <a:pt x="778200" y="556048"/>
                  <a:pt x="633338" y="584775"/>
                </a:cubicBezTo>
                <a:cubicBezTo>
                  <a:pt x="488476" y="613503"/>
                  <a:pt x="218977" y="610423"/>
                  <a:pt x="0" y="584775"/>
                </a:cubicBezTo>
                <a:cubicBezTo>
                  <a:pt x="24391" y="436586"/>
                  <a:pt x="-29103" y="219493"/>
                  <a:pt x="0" y="0"/>
                </a:cubicBezTo>
                <a:close/>
              </a:path>
            </a:pathLst>
          </a:custGeom>
          <a:solidFill>
            <a:srgbClr val="C00000"/>
          </a:solidFill>
          <a:ln>
            <a:extLst>
              <a:ext uri="{C807C97D-BFC1-408E-A445-0C87EB9F89A2}">
                <ask:lineSketchStyleProps xmlns:ask="http://schemas.microsoft.com/office/drawing/2018/sketchyshapes" sd="260238953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de-DE"/>
            </a:defPPr>
            <a:lvl1pPr algn="ctr">
              <a:defRPr b="1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sz="3200" dirty="0"/>
              <a:t>Research Objective</a:t>
            </a: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0AE77EB0-9819-4240-B13C-9AF95F96FADB}"/>
              </a:ext>
            </a:extLst>
          </p:cNvPr>
          <p:cNvCxnSpPr>
            <a:cxnSpLocks/>
            <a:stCxn id="101" idx="3"/>
            <a:endCxn id="102" idx="1"/>
          </p:cNvCxnSpPr>
          <p:nvPr/>
        </p:nvCxnSpPr>
        <p:spPr>
          <a:xfrm>
            <a:off x="2445030" y="649651"/>
            <a:ext cx="3516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8DCB87FE-4BAF-4848-864A-55413B6F02C6}"/>
              </a:ext>
            </a:extLst>
          </p:cNvPr>
          <p:cNvCxnSpPr>
            <a:cxnSpLocks/>
            <a:stCxn id="102" idx="3"/>
            <a:endCxn id="103" idx="1"/>
          </p:cNvCxnSpPr>
          <p:nvPr/>
        </p:nvCxnSpPr>
        <p:spPr>
          <a:xfrm>
            <a:off x="4763007" y="649651"/>
            <a:ext cx="3516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5A2F0FC8-1681-422A-989A-42D6811EC0A0}"/>
              </a:ext>
            </a:extLst>
          </p:cNvPr>
          <p:cNvSpPr txBox="1"/>
          <p:nvPr/>
        </p:nvSpPr>
        <p:spPr>
          <a:xfrm>
            <a:off x="7328460" y="1047930"/>
            <a:ext cx="1828800" cy="400110"/>
          </a:xfrm>
          <a:custGeom>
            <a:avLst/>
            <a:gdLst>
              <a:gd name="connsiteX0" fmla="*/ 0 w 1828800"/>
              <a:gd name="connsiteY0" fmla="*/ 0 h 400110"/>
              <a:gd name="connsiteX1" fmla="*/ 554736 w 1828800"/>
              <a:gd name="connsiteY1" fmla="*/ 0 h 400110"/>
              <a:gd name="connsiteX2" fmla="*/ 1182624 w 1828800"/>
              <a:gd name="connsiteY2" fmla="*/ 0 h 400110"/>
              <a:gd name="connsiteX3" fmla="*/ 1828800 w 1828800"/>
              <a:gd name="connsiteY3" fmla="*/ 0 h 400110"/>
              <a:gd name="connsiteX4" fmla="*/ 1828800 w 1828800"/>
              <a:gd name="connsiteY4" fmla="*/ 400110 h 400110"/>
              <a:gd name="connsiteX5" fmla="*/ 1237488 w 1828800"/>
              <a:gd name="connsiteY5" fmla="*/ 400110 h 400110"/>
              <a:gd name="connsiteX6" fmla="*/ 627888 w 1828800"/>
              <a:gd name="connsiteY6" fmla="*/ 400110 h 400110"/>
              <a:gd name="connsiteX7" fmla="*/ 0 w 1828800"/>
              <a:gd name="connsiteY7" fmla="*/ 400110 h 400110"/>
              <a:gd name="connsiteX8" fmla="*/ 0 w 1828800"/>
              <a:gd name="connsiteY8" fmla="*/ 0 h 400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28800" h="400110" fill="none" extrusionOk="0">
                <a:moveTo>
                  <a:pt x="0" y="0"/>
                </a:moveTo>
                <a:cubicBezTo>
                  <a:pt x="135934" y="15867"/>
                  <a:pt x="403382" y="-9020"/>
                  <a:pt x="554736" y="0"/>
                </a:cubicBezTo>
                <a:cubicBezTo>
                  <a:pt x="706090" y="9020"/>
                  <a:pt x="1025276" y="20381"/>
                  <a:pt x="1182624" y="0"/>
                </a:cubicBezTo>
                <a:cubicBezTo>
                  <a:pt x="1339972" y="-20381"/>
                  <a:pt x="1672977" y="4566"/>
                  <a:pt x="1828800" y="0"/>
                </a:cubicBezTo>
                <a:cubicBezTo>
                  <a:pt x="1830795" y="83631"/>
                  <a:pt x="1838984" y="275869"/>
                  <a:pt x="1828800" y="400110"/>
                </a:cubicBezTo>
                <a:cubicBezTo>
                  <a:pt x="1592106" y="389205"/>
                  <a:pt x="1527175" y="423864"/>
                  <a:pt x="1237488" y="400110"/>
                </a:cubicBezTo>
                <a:cubicBezTo>
                  <a:pt x="947801" y="376356"/>
                  <a:pt x="910278" y="415584"/>
                  <a:pt x="627888" y="400110"/>
                </a:cubicBezTo>
                <a:cubicBezTo>
                  <a:pt x="345498" y="384636"/>
                  <a:pt x="215322" y="375081"/>
                  <a:pt x="0" y="400110"/>
                </a:cubicBezTo>
                <a:cubicBezTo>
                  <a:pt x="7630" y="213041"/>
                  <a:pt x="3730" y="139957"/>
                  <a:pt x="0" y="0"/>
                </a:cubicBezTo>
                <a:close/>
              </a:path>
              <a:path w="1828800" h="400110" stroke="0" extrusionOk="0">
                <a:moveTo>
                  <a:pt x="0" y="0"/>
                </a:moveTo>
                <a:cubicBezTo>
                  <a:pt x="182966" y="-21347"/>
                  <a:pt x="464996" y="29335"/>
                  <a:pt x="646176" y="0"/>
                </a:cubicBezTo>
                <a:cubicBezTo>
                  <a:pt x="827356" y="-29335"/>
                  <a:pt x="969908" y="1060"/>
                  <a:pt x="1274064" y="0"/>
                </a:cubicBezTo>
                <a:cubicBezTo>
                  <a:pt x="1578220" y="-1060"/>
                  <a:pt x="1590003" y="25910"/>
                  <a:pt x="1828800" y="0"/>
                </a:cubicBezTo>
                <a:cubicBezTo>
                  <a:pt x="1843692" y="156138"/>
                  <a:pt x="1841171" y="288259"/>
                  <a:pt x="1828800" y="400110"/>
                </a:cubicBezTo>
                <a:cubicBezTo>
                  <a:pt x="1540375" y="387481"/>
                  <a:pt x="1429852" y="406339"/>
                  <a:pt x="1182624" y="400110"/>
                </a:cubicBezTo>
                <a:cubicBezTo>
                  <a:pt x="935396" y="393881"/>
                  <a:pt x="805396" y="418321"/>
                  <a:pt x="627888" y="400110"/>
                </a:cubicBezTo>
                <a:cubicBezTo>
                  <a:pt x="450380" y="381899"/>
                  <a:pt x="305580" y="401265"/>
                  <a:pt x="0" y="400110"/>
                </a:cubicBezTo>
                <a:cubicBezTo>
                  <a:pt x="9202" y="217445"/>
                  <a:pt x="-16546" y="110220"/>
                  <a:pt x="0" y="0"/>
                </a:cubicBezTo>
                <a:close/>
              </a:path>
            </a:pathLst>
          </a:custGeom>
          <a:solidFill>
            <a:srgbClr val="E6AF00"/>
          </a:solidFill>
          <a:ln w="28575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83223180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de-DE"/>
            </a:defPPr>
            <a:lvl1pPr algn="ctr">
              <a:defRPr b="1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sz="2000" dirty="0">
                <a:solidFill>
                  <a:schemeClr val="bg1"/>
                </a:solidFill>
              </a:rPr>
              <a:t>Classification</a:t>
            </a:r>
          </a:p>
        </p:txBody>
      </p:sp>
      <p:pic>
        <p:nvPicPr>
          <p:cNvPr id="39" name="Graphic 38" descr="Document with solid fill">
            <a:extLst>
              <a:ext uri="{FF2B5EF4-FFF2-40B4-BE49-F238E27FC236}">
                <a16:creationId xmlns:a16="http://schemas.microsoft.com/office/drawing/2014/main" id="{14D29CD2-5B58-4BEF-8FB8-55B42D49C8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2867" y="1913912"/>
            <a:ext cx="730958" cy="730958"/>
          </a:xfrm>
          <a:prstGeom prst="rect">
            <a:avLst/>
          </a:prstGeom>
        </p:spPr>
      </p:pic>
      <p:pic>
        <p:nvPicPr>
          <p:cNvPr id="40" name="Graphic 39" descr="Document with solid fill">
            <a:extLst>
              <a:ext uri="{FF2B5EF4-FFF2-40B4-BE49-F238E27FC236}">
                <a16:creationId xmlns:a16="http://schemas.microsoft.com/office/drawing/2014/main" id="{63E69260-9855-4C4E-BDF5-7C303F789D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6353" y="1924681"/>
            <a:ext cx="730958" cy="730958"/>
          </a:xfrm>
          <a:prstGeom prst="rect">
            <a:avLst/>
          </a:prstGeom>
        </p:spPr>
      </p:pic>
      <p:pic>
        <p:nvPicPr>
          <p:cNvPr id="41" name="Graphic 40" descr="Document with solid fill">
            <a:extLst>
              <a:ext uri="{FF2B5EF4-FFF2-40B4-BE49-F238E27FC236}">
                <a16:creationId xmlns:a16="http://schemas.microsoft.com/office/drawing/2014/main" id="{79C3204E-3130-4077-A1D4-1160F71ADEA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7032" y="2580682"/>
            <a:ext cx="730958" cy="730958"/>
          </a:xfrm>
          <a:prstGeom prst="rect">
            <a:avLst/>
          </a:prstGeom>
        </p:spPr>
      </p:pic>
      <p:pic>
        <p:nvPicPr>
          <p:cNvPr id="42" name="Graphic 41" descr="Document with solid fill">
            <a:extLst>
              <a:ext uri="{FF2B5EF4-FFF2-40B4-BE49-F238E27FC236}">
                <a16:creationId xmlns:a16="http://schemas.microsoft.com/office/drawing/2014/main" id="{60E7E3DE-6E7C-4CAC-83F5-B327B2FA8F2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86353" y="2598344"/>
            <a:ext cx="730958" cy="730958"/>
          </a:xfrm>
          <a:prstGeom prst="rect">
            <a:avLst/>
          </a:prstGeom>
        </p:spPr>
      </p:pic>
      <p:pic>
        <p:nvPicPr>
          <p:cNvPr id="43" name="Graphic 42" descr="Document with solid fill">
            <a:extLst>
              <a:ext uri="{FF2B5EF4-FFF2-40B4-BE49-F238E27FC236}">
                <a16:creationId xmlns:a16="http://schemas.microsoft.com/office/drawing/2014/main" id="{60BED075-B471-4CE9-AB34-1708A4FCA24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38702" y="3288134"/>
            <a:ext cx="730958" cy="730958"/>
          </a:xfrm>
          <a:prstGeom prst="rect">
            <a:avLst/>
          </a:prstGeom>
        </p:spPr>
      </p:pic>
      <p:pic>
        <p:nvPicPr>
          <p:cNvPr id="45" name="Graphic 44" descr="Document with solid fill">
            <a:extLst>
              <a:ext uri="{FF2B5EF4-FFF2-40B4-BE49-F238E27FC236}">
                <a16:creationId xmlns:a16="http://schemas.microsoft.com/office/drawing/2014/main" id="{BAF5B338-8065-466B-AAE4-E99933C5DE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6353" y="3305796"/>
            <a:ext cx="730958" cy="730958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B64A0E01-71F2-4DB4-86CB-F0123850F7DA}"/>
              </a:ext>
            </a:extLst>
          </p:cNvPr>
          <p:cNvSpPr/>
          <p:nvPr/>
        </p:nvSpPr>
        <p:spPr>
          <a:xfrm rot="5400000">
            <a:off x="3012693" y="4097857"/>
            <a:ext cx="583314" cy="18066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7" name="Picture 6">
            <a:extLst>
              <a:ext uri="{FF2B5EF4-FFF2-40B4-BE49-F238E27FC236}">
                <a16:creationId xmlns:a16="http://schemas.microsoft.com/office/drawing/2014/main" id="{DB681514-E9C7-417D-A61B-FF55598D65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11063" y="4614060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1E70D0D7-CE9F-42C7-A7EA-A2F35404596C}"/>
              </a:ext>
            </a:extLst>
          </p:cNvPr>
          <p:cNvSpPr txBox="1"/>
          <p:nvPr/>
        </p:nvSpPr>
        <p:spPr>
          <a:xfrm>
            <a:off x="7572500" y="3495141"/>
            <a:ext cx="1409390" cy="646331"/>
          </a:xfrm>
          <a:custGeom>
            <a:avLst/>
            <a:gdLst>
              <a:gd name="connsiteX0" fmla="*/ 0 w 1409390"/>
              <a:gd name="connsiteY0" fmla="*/ 0 h 646331"/>
              <a:gd name="connsiteX1" fmla="*/ 441609 w 1409390"/>
              <a:gd name="connsiteY1" fmla="*/ 0 h 646331"/>
              <a:gd name="connsiteX2" fmla="*/ 939593 w 1409390"/>
              <a:gd name="connsiteY2" fmla="*/ 0 h 646331"/>
              <a:gd name="connsiteX3" fmla="*/ 1409390 w 1409390"/>
              <a:gd name="connsiteY3" fmla="*/ 0 h 646331"/>
              <a:gd name="connsiteX4" fmla="*/ 1409390 w 1409390"/>
              <a:gd name="connsiteY4" fmla="*/ 310239 h 646331"/>
              <a:gd name="connsiteX5" fmla="*/ 1409390 w 1409390"/>
              <a:gd name="connsiteY5" fmla="*/ 646331 h 646331"/>
              <a:gd name="connsiteX6" fmla="*/ 967781 w 1409390"/>
              <a:gd name="connsiteY6" fmla="*/ 646331 h 646331"/>
              <a:gd name="connsiteX7" fmla="*/ 512078 w 1409390"/>
              <a:gd name="connsiteY7" fmla="*/ 646331 h 646331"/>
              <a:gd name="connsiteX8" fmla="*/ 0 w 1409390"/>
              <a:gd name="connsiteY8" fmla="*/ 646331 h 646331"/>
              <a:gd name="connsiteX9" fmla="*/ 0 w 1409390"/>
              <a:gd name="connsiteY9" fmla="*/ 342555 h 646331"/>
              <a:gd name="connsiteX10" fmla="*/ 0 w 1409390"/>
              <a:gd name="connsiteY10" fmla="*/ 0 h 646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09390" h="646331" extrusionOk="0">
                <a:moveTo>
                  <a:pt x="0" y="0"/>
                </a:moveTo>
                <a:cubicBezTo>
                  <a:pt x="93834" y="-24865"/>
                  <a:pt x="297336" y="39767"/>
                  <a:pt x="441609" y="0"/>
                </a:cubicBezTo>
                <a:cubicBezTo>
                  <a:pt x="585882" y="-39767"/>
                  <a:pt x="808603" y="52277"/>
                  <a:pt x="939593" y="0"/>
                </a:cubicBezTo>
                <a:cubicBezTo>
                  <a:pt x="1070583" y="-52277"/>
                  <a:pt x="1294447" y="52371"/>
                  <a:pt x="1409390" y="0"/>
                </a:cubicBezTo>
                <a:cubicBezTo>
                  <a:pt x="1432605" y="123321"/>
                  <a:pt x="1391592" y="173392"/>
                  <a:pt x="1409390" y="310239"/>
                </a:cubicBezTo>
                <a:cubicBezTo>
                  <a:pt x="1427188" y="447086"/>
                  <a:pt x="1375602" y="543271"/>
                  <a:pt x="1409390" y="646331"/>
                </a:cubicBezTo>
                <a:cubicBezTo>
                  <a:pt x="1202607" y="650150"/>
                  <a:pt x="1079137" y="610167"/>
                  <a:pt x="967781" y="646331"/>
                </a:cubicBezTo>
                <a:cubicBezTo>
                  <a:pt x="856425" y="682495"/>
                  <a:pt x="739674" y="632688"/>
                  <a:pt x="512078" y="646331"/>
                </a:cubicBezTo>
                <a:cubicBezTo>
                  <a:pt x="284482" y="659974"/>
                  <a:pt x="243401" y="601969"/>
                  <a:pt x="0" y="646331"/>
                </a:cubicBezTo>
                <a:cubicBezTo>
                  <a:pt x="-23235" y="585340"/>
                  <a:pt x="6595" y="461649"/>
                  <a:pt x="0" y="342555"/>
                </a:cubicBezTo>
                <a:cubicBezTo>
                  <a:pt x="-6595" y="223461"/>
                  <a:pt x="6277" y="113157"/>
                  <a:pt x="0" y="0"/>
                </a:cubicBezTo>
                <a:close/>
              </a:path>
            </a:pathLst>
          </a:custGeom>
          <a:noFill/>
          <a:ln w="38100">
            <a:noFill/>
            <a:extLst>
              <a:ext uri="{C807C97D-BFC1-408E-A445-0C87EB9F89A2}">
                <ask:lineSketchStyleProps xmlns:ask="http://schemas.microsoft.com/office/drawing/2018/sketchyshapes" sd="19591507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 b="1"/>
            </a:lvl1pPr>
          </a:lstStyle>
          <a:p>
            <a:r>
              <a:rPr lang="en-GB" sz="1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word search </a:t>
            </a:r>
          </a:p>
          <a:p>
            <a:r>
              <a:rPr lang="en-GB" sz="1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&amp; match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1962F6-82D3-48CF-8EDB-94E06F1EA269}"/>
              </a:ext>
            </a:extLst>
          </p:cNvPr>
          <p:cNvSpPr txBox="1"/>
          <p:nvPr/>
        </p:nvSpPr>
        <p:spPr>
          <a:xfrm>
            <a:off x="2041781" y="3126975"/>
            <a:ext cx="995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Topics: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D51302E-7658-4AE8-A629-79360909E277}"/>
              </a:ext>
            </a:extLst>
          </p:cNvPr>
          <p:cNvSpPr txBox="1"/>
          <p:nvPr/>
        </p:nvSpPr>
        <p:spPr>
          <a:xfrm>
            <a:off x="2041781" y="2059045"/>
            <a:ext cx="754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Task: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6A9D9B0-D2AD-4851-9E6B-1DE2DBF1B0D0}"/>
              </a:ext>
            </a:extLst>
          </p:cNvPr>
          <p:cNvSpPr txBox="1"/>
          <p:nvPr/>
        </p:nvSpPr>
        <p:spPr>
          <a:xfrm>
            <a:off x="2692888" y="1824642"/>
            <a:ext cx="14093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Organize texts according to their topics</a:t>
            </a:r>
            <a:endParaRPr lang="en-GB" sz="1600" dirty="0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955DE9AF-6EBD-491E-B2E7-982045F66BE8}"/>
              </a:ext>
            </a:extLst>
          </p:cNvPr>
          <p:cNvGraphicFramePr>
            <a:graphicFrameLocks noGrp="1"/>
          </p:cNvGraphicFramePr>
          <p:nvPr/>
        </p:nvGraphicFramePr>
        <p:xfrm>
          <a:off x="5544974" y="2112574"/>
          <a:ext cx="2027526" cy="25958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013763">
                  <a:extLst>
                    <a:ext uri="{9D8B030D-6E8A-4147-A177-3AD203B41FA5}">
                      <a16:colId xmlns:a16="http://schemas.microsoft.com/office/drawing/2014/main" val="3926388454"/>
                    </a:ext>
                  </a:extLst>
                </a:gridCol>
                <a:gridCol w="1013763">
                  <a:extLst>
                    <a:ext uri="{9D8B030D-6E8A-4147-A177-3AD203B41FA5}">
                      <a16:colId xmlns:a16="http://schemas.microsoft.com/office/drawing/2014/main" val="31782574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topic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1948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climate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0235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immig</a:t>
                      </a:r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migration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9295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climate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7816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border*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migration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381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pay 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gender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965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815308"/>
                  </a:ext>
                </a:extLst>
              </a:tr>
            </a:tbl>
          </a:graphicData>
        </a:graphic>
      </p:graphicFrame>
      <p:pic>
        <p:nvPicPr>
          <p:cNvPr id="28" name="Graphic 27" descr="Document with solid fill">
            <a:extLst>
              <a:ext uri="{FF2B5EF4-FFF2-40B4-BE49-F238E27FC236}">
                <a16:creationId xmlns:a16="http://schemas.microsoft.com/office/drawing/2014/main" id="{5F5BB510-5DC5-49F7-9A95-BA4D5961F6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21122" y="2337583"/>
            <a:ext cx="730958" cy="730958"/>
          </a:xfrm>
          <a:prstGeom prst="rect">
            <a:avLst/>
          </a:prstGeom>
        </p:spPr>
      </p:pic>
      <p:pic>
        <p:nvPicPr>
          <p:cNvPr id="29" name="Graphic 28" descr="Document with solid fill">
            <a:extLst>
              <a:ext uri="{FF2B5EF4-FFF2-40B4-BE49-F238E27FC236}">
                <a16:creationId xmlns:a16="http://schemas.microsoft.com/office/drawing/2014/main" id="{10615903-3FDB-4559-895A-2D64A1BADC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33203" y="3077833"/>
            <a:ext cx="730958" cy="730958"/>
          </a:xfrm>
          <a:prstGeom prst="rect">
            <a:avLst/>
          </a:prstGeom>
        </p:spPr>
      </p:pic>
      <p:pic>
        <p:nvPicPr>
          <p:cNvPr id="33" name="Graphic 32" descr="Document with solid fill">
            <a:extLst>
              <a:ext uri="{FF2B5EF4-FFF2-40B4-BE49-F238E27FC236}">
                <a16:creationId xmlns:a16="http://schemas.microsoft.com/office/drawing/2014/main" id="{541992CC-D4DB-4B12-87B6-A31514F3F0D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833203" y="3826983"/>
            <a:ext cx="730958" cy="730958"/>
          </a:xfrm>
          <a:prstGeom prst="rect">
            <a:avLst/>
          </a:prstGeom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DBE7B414-EBF4-4830-8D36-4EEC32D699B2}"/>
              </a:ext>
            </a:extLst>
          </p:cNvPr>
          <p:cNvSpPr/>
          <p:nvPr/>
        </p:nvSpPr>
        <p:spPr>
          <a:xfrm>
            <a:off x="7910241" y="3254931"/>
            <a:ext cx="726562" cy="26161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77FA44A-3259-4E15-BD3B-685614B63D02}"/>
              </a:ext>
            </a:extLst>
          </p:cNvPr>
          <p:cNvSpPr txBox="1"/>
          <p:nvPr/>
        </p:nvSpPr>
        <p:spPr>
          <a:xfrm>
            <a:off x="1755357" y="4516398"/>
            <a:ext cx="3097981" cy="1908215"/>
          </a:xfrm>
          <a:custGeom>
            <a:avLst/>
            <a:gdLst>
              <a:gd name="connsiteX0" fmla="*/ 0 w 3097981"/>
              <a:gd name="connsiteY0" fmla="*/ 0 h 1908215"/>
              <a:gd name="connsiteX1" fmla="*/ 454371 w 3097981"/>
              <a:gd name="connsiteY1" fmla="*/ 0 h 1908215"/>
              <a:gd name="connsiteX2" fmla="*/ 1032660 w 3097981"/>
              <a:gd name="connsiteY2" fmla="*/ 0 h 1908215"/>
              <a:gd name="connsiteX3" fmla="*/ 1610950 w 3097981"/>
              <a:gd name="connsiteY3" fmla="*/ 0 h 1908215"/>
              <a:gd name="connsiteX4" fmla="*/ 2065321 w 3097981"/>
              <a:gd name="connsiteY4" fmla="*/ 0 h 1908215"/>
              <a:gd name="connsiteX5" fmla="*/ 2612631 w 3097981"/>
              <a:gd name="connsiteY5" fmla="*/ 0 h 1908215"/>
              <a:gd name="connsiteX6" fmla="*/ 3097981 w 3097981"/>
              <a:gd name="connsiteY6" fmla="*/ 0 h 1908215"/>
              <a:gd name="connsiteX7" fmla="*/ 3097981 w 3097981"/>
              <a:gd name="connsiteY7" fmla="*/ 515218 h 1908215"/>
              <a:gd name="connsiteX8" fmla="*/ 3097981 w 3097981"/>
              <a:gd name="connsiteY8" fmla="*/ 954108 h 1908215"/>
              <a:gd name="connsiteX9" fmla="*/ 3097981 w 3097981"/>
              <a:gd name="connsiteY9" fmla="*/ 1450243 h 1908215"/>
              <a:gd name="connsiteX10" fmla="*/ 3097981 w 3097981"/>
              <a:gd name="connsiteY10" fmla="*/ 1908215 h 1908215"/>
              <a:gd name="connsiteX11" fmla="*/ 2612631 w 3097981"/>
              <a:gd name="connsiteY11" fmla="*/ 1908215 h 1908215"/>
              <a:gd name="connsiteX12" fmla="*/ 2127280 w 3097981"/>
              <a:gd name="connsiteY12" fmla="*/ 1908215 h 1908215"/>
              <a:gd name="connsiteX13" fmla="*/ 1548991 w 3097981"/>
              <a:gd name="connsiteY13" fmla="*/ 1908215 h 1908215"/>
              <a:gd name="connsiteX14" fmla="*/ 1032660 w 3097981"/>
              <a:gd name="connsiteY14" fmla="*/ 1908215 h 1908215"/>
              <a:gd name="connsiteX15" fmla="*/ 454371 w 3097981"/>
              <a:gd name="connsiteY15" fmla="*/ 1908215 h 1908215"/>
              <a:gd name="connsiteX16" fmla="*/ 0 w 3097981"/>
              <a:gd name="connsiteY16" fmla="*/ 1908215 h 1908215"/>
              <a:gd name="connsiteX17" fmla="*/ 0 w 3097981"/>
              <a:gd name="connsiteY17" fmla="*/ 1412079 h 1908215"/>
              <a:gd name="connsiteX18" fmla="*/ 0 w 3097981"/>
              <a:gd name="connsiteY18" fmla="*/ 954108 h 1908215"/>
              <a:gd name="connsiteX19" fmla="*/ 0 w 3097981"/>
              <a:gd name="connsiteY19" fmla="*/ 457972 h 1908215"/>
              <a:gd name="connsiteX20" fmla="*/ 0 w 3097981"/>
              <a:gd name="connsiteY20" fmla="*/ 0 h 1908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097981" h="1908215" extrusionOk="0">
                <a:moveTo>
                  <a:pt x="0" y="0"/>
                </a:moveTo>
                <a:cubicBezTo>
                  <a:pt x="188349" y="-26611"/>
                  <a:pt x="301934" y="1652"/>
                  <a:pt x="454371" y="0"/>
                </a:cubicBezTo>
                <a:cubicBezTo>
                  <a:pt x="606808" y="-1652"/>
                  <a:pt x="902242" y="27755"/>
                  <a:pt x="1032660" y="0"/>
                </a:cubicBezTo>
                <a:cubicBezTo>
                  <a:pt x="1163078" y="-27755"/>
                  <a:pt x="1387998" y="20142"/>
                  <a:pt x="1610950" y="0"/>
                </a:cubicBezTo>
                <a:cubicBezTo>
                  <a:pt x="1833902" y="-20142"/>
                  <a:pt x="1949781" y="29949"/>
                  <a:pt x="2065321" y="0"/>
                </a:cubicBezTo>
                <a:cubicBezTo>
                  <a:pt x="2180861" y="-29949"/>
                  <a:pt x="2448958" y="37073"/>
                  <a:pt x="2612631" y="0"/>
                </a:cubicBezTo>
                <a:cubicBezTo>
                  <a:pt x="2776304" y="-37073"/>
                  <a:pt x="2964154" y="31999"/>
                  <a:pt x="3097981" y="0"/>
                </a:cubicBezTo>
                <a:cubicBezTo>
                  <a:pt x="3129512" y="174457"/>
                  <a:pt x="3041992" y="366137"/>
                  <a:pt x="3097981" y="515218"/>
                </a:cubicBezTo>
                <a:cubicBezTo>
                  <a:pt x="3153970" y="664299"/>
                  <a:pt x="3063954" y="822623"/>
                  <a:pt x="3097981" y="954108"/>
                </a:cubicBezTo>
                <a:cubicBezTo>
                  <a:pt x="3132008" y="1085593"/>
                  <a:pt x="3045191" y="1229781"/>
                  <a:pt x="3097981" y="1450243"/>
                </a:cubicBezTo>
                <a:cubicBezTo>
                  <a:pt x="3150771" y="1670706"/>
                  <a:pt x="3091447" y="1704047"/>
                  <a:pt x="3097981" y="1908215"/>
                </a:cubicBezTo>
                <a:cubicBezTo>
                  <a:pt x="2963537" y="1961195"/>
                  <a:pt x="2734044" y="1859187"/>
                  <a:pt x="2612631" y="1908215"/>
                </a:cubicBezTo>
                <a:cubicBezTo>
                  <a:pt x="2491218" y="1957243"/>
                  <a:pt x="2268229" y="1879034"/>
                  <a:pt x="2127280" y="1908215"/>
                </a:cubicBezTo>
                <a:cubicBezTo>
                  <a:pt x="1986331" y="1937396"/>
                  <a:pt x="1724927" y="1888053"/>
                  <a:pt x="1548991" y="1908215"/>
                </a:cubicBezTo>
                <a:cubicBezTo>
                  <a:pt x="1373055" y="1928377"/>
                  <a:pt x="1187207" y="1894507"/>
                  <a:pt x="1032660" y="1908215"/>
                </a:cubicBezTo>
                <a:cubicBezTo>
                  <a:pt x="878113" y="1921923"/>
                  <a:pt x="734236" y="1874064"/>
                  <a:pt x="454371" y="1908215"/>
                </a:cubicBezTo>
                <a:cubicBezTo>
                  <a:pt x="174506" y="1942366"/>
                  <a:pt x="217302" y="1890641"/>
                  <a:pt x="0" y="1908215"/>
                </a:cubicBezTo>
                <a:cubicBezTo>
                  <a:pt x="-27314" y="1704702"/>
                  <a:pt x="45527" y="1525405"/>
                  <a:pt x="0" y="1412079"/>
                </a:cubicBezTo>
                <a:cubicBezTo>
                  <a:pt x="-45527" y="1298753"/>
                  <a:pt x="50374" y="1047213"/>
                  <a:pt x="0" y="954108"/>
                </a:cubicBezTo>
                <a:cubicBezTo>
                  <a:pt x="-50374" y="861003"/>
                  <a:pt x="49623" y="658860"/>
                  <a:pt x="0" y="457972"/>
                </a:cubicBezTo>
                <a:cubicBezTo>
                  <a:pt x="-49623" y="257084"/>
                  <a:pt x="46306" y="220269"/>
                  <a:pt x="0" y="0"/>
                </a:cubicBezTo>
                <a:close/>
              </a:path>
            </a:pathLst>
          </a:custGeom>
          <a:noFill/>
          <a:ln w="38100">
            <a:noFill/>
            <a:extLst>
              <a:ext uri="{C807C97D-BFC1-408E-A445-0C87EB9F89A2}">
                <ask:lineSketchStyleProps xmlns:ask="http://schemas.microsoft.com/office/drawing/2018/sketchyshapes" sd="19591507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 b="1"/>
            </a:lvl1pPr>
          </a:lstStyle>
          <a:p>
            <a:r>
              <a:rPr lang="en-GB" sz="1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Supervised Methods</a:t>
            </a:r>
          </a:p>
          <a:p>
            <a:r>
              <a:rPr lang="en-GB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Dictionaries</a:t>
            </a:r>
          </a:p>
          <a:p>
            <a:r>
              <a:rPr lang="en-GB" sz="1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Collections of 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</a:t>
            </a:r>
            <a:r>
              <a:rPr lang="en-GB" sz="1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value</a:t>
            </a:r>
            <a:r>
              <a:rPr lang="en-GB" sz="1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pairs</a:t>
            </a:r>
          </a:p>
          <a:p>
            <a:r>
              <a:rPr lang="en-GB" sz="1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e.g., </a:t>
            </a:r>
            <a:r>
              <a:rPr lang="en-GB" sz="16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word</a:t>
            </a:r>
            <a:r>
              <a:rPr lang="en-GB" sz="1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en-GB" sz="1600" dirty="0">
                <a:solidFill>
                  <a:srgbClr val="336D9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</a:t>
            </a:r>
          </a:p>
          <a:p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B474D43-228C-49F9-A6E4-F4F34E10BC59}"/>
              </a:ext>
            </a:extLst>
          </p:cNvPr>
          <p:cNvSpPr txBox="1"/>
          <p:nvPr/>
        </p:nvSpPr>
        <p:spPr>
          <a:xfrm>
            <a:off x="9517062" y="2346527"/>
            <a:ext cx="140939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20% climate</a:t>
            </a:r>
          </a:p>
          <a:p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30% migration</a:t>
            </a:r>
          </a:p>
          <a:p>
            <a:r>
              <a:rPr lang="en-GB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2% gender</a:t>
            </a:r>
            <a:endParaRPr lang="en-GB" sz="1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C130640-1F24-4469-9417-2F62CA0C2A36}"/>
              </a:ext>
            </a:extLst>
          </p:cNvPr>
          <p:cNvSpPr txBox="1"/>
          <p:nvPr/>
        </p:nvSpPr>
        <p:spPr>
          <a:xfrm>
            <a:off x="9558518" y="3821614"/>
            <a:ext cx="126730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B797C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70% climate</a:t>
            </a:r>
          </a:p>
          <a:p>
            <a:r>
              <a:rPr lang="en-GB" sz="1400" dirty="0">
                <a:solidFill>
                  <a:srgbClr val="B797C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10% migration</a:t>
            </a:r>
          </a:p>
          <a:p>
            <a:r>
              <a:rPr lang="en-GB" sz="1400" dirty="0">
                <a:solidFill>
                  <a:srgbClr val="B797C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15% gender</a:t>
            </a:r>
            <a:endParaRPr lang="en-GB" sz="1400" dirty="0">
              <a:solidFill>
                <a:srgbClr val="B797CF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E5248B-F51B-4465-8597-FF36B0953526}"/>
              </a:ext>
            </a:extLst>
          </p:cNvPr>
          <p:cNvSpPr txBox="1"/>
          <p:nvPr/>
        </p:nvSpPr>
        <p:spPr>
          <a:xfrm>
            <a:off x="9552875" y="3094135"/>
            <a:ext cx="126730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98B5C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10% climate</a:t>
            </a:r>
          </a:p>
          <a:p>
            <a:r>
              <a:rPr lang="en-GB" sz="1400" dirty="0">
                <a:solidFill>
                  <a:srgbClr val="98B5C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50% migration</a:t>
            </a:r>
          </a:p>
          <a:p>
            <a:r>
              <a:rPr lang="en-GB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en-GB" sz="1400" dirty="0">
                <a:solidFill>
                  <a:srgbClr val="98B5C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2% gender</a:t>
            </a:r>
            <a:endParaRPr lang="en-GB" sz="1400" dirty="0">
              <a:solidFill>
                <a:srgbClr val="98B5C8"/>
              </a:solidFill>
            </a:endParaRPr>
          </a:p>
        </p:txBody>
      </p:sp>
      <p:pic>
        <p:nvPicPr>
          <p:cNvPr id="57" name="Picture 12">
            <a:extLst>
              <a:ext uri="{FF2B5EF4-FFF2-40B4-BE49-F238E27FC236}">
                <a16:creationId xmlns:a16="http://schemas.microsoft.com/office/drawing/2014/main" id="{42165514-D3C2-46DB-97ED-980957C35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2782" y="3083173"/>
            <a:ext cx="523133" cy="727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B5B7B1F5-03E1-42E8-B1CD-A34F93EAEC35}"/>
              </a:ext>
            </a:extLst>
          </p:cNvPr>
          <p:cNvSpPr txBox="1"/>
          <p:nvPr/>
        </p:nvSpPr>
        <p:spPr>
          <a:xfrm>
            <a:off x="6777171" y="5125762"/>
            <a:ext cx="300487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important </a:t>
            </a:r>
            <a:r>
              <a:rPr lang="en-GB" sz="18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limitation</a:t>
            </a:r>
            <a:r>
              <a:rPr lang="en-GB" sz="1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algn="ctr"/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It’s just that!</a:t>
            </a:r>
            <a:endParaRPr lang="en-GB" sz="24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DFC7B9B-C6EF-458A-ACC4-534BFE1C0977}"/>
              </a:ext>
            </a:extLst>
          </p:cNvPr>
          <p:cNvSpPr txBox="1"/>
          <p:nvPr/>
        </p:nvSpPr>
        <p:spPr>
          <a:xfrm>
            <a:off x="9271870" y="1117180"/>
            <a:ext cx="1409390" cy="261610"/>
          </a:xfrm>
          <a:custGeom>
            <a:avLst/>
            <a:gdLst>
              <a:gd name="connsiteX0" fmla="*/ 0 w 1409390"/>
              <a:gd name="connsiteY0" fmla="*/ 0 h 261610"/>
              <a:gd name="connsiteX1" fmla="*/ 469797 w 1409390"/>
              <a:gd name="connsiteY1" fmla="*/ 0 h 261610"/>
              <a:gd name="connsiteX2" fmla="*/ 897312 w 1409390"/>
              <a:gd name="connsiteY2" fmla="*/ 0 h 261610"/>
              <a:gd name="connsiteX3" fmla="*/ 1409390 w 1409390"/>
              <a:gd name="connsiteY3" fmla="*/ 0 h 261610"/>
              <a:gd name="connsiteX4" fmla="*/ 1409390 w 1409390"/>
              <a:gd name="connsiteY4" fmla="*/ 261610 h 261610"/>
              <a:gd name="connsiteX5" fmla="*/ 939593 w 1409390"/>
              <a:gd name="connsiteY5" fmla="*/ 261610 h 261610"/>
              <a:gd name="connsiteX6" fmla="*/ 483891 w 1409390"/>
              <a:gd name="connsiteY6" fmla="*/ 261610 h 261610"/>
              <a:gd name="connsiteX7" fmla="*/ 0 w 1409390"/>
              <a:gd name="connsiteY7" fmla="*/ 261610 h 261610"/>
              <a:gd name="connsiteX8" fmla="*/ 0 w 1409390"/>
              <a:gd name="connsiteY8" fmla="*/ 0 h 261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09390" h="261610" extrusionOk="0">
                <a:moveTo>
                  <a:pt x="0" y="0"/>
                </a:moveTo>
                <a:cubicBezTo>
                  <a:pt x="160024" y="-21215"/>
                  <a:pt x="248629" y="44398"/>
                  <a:pt x="469797" y="0"/>
                </a:cubicBezTo>
                <a:cubicBezTo>
                  <a:pt x="690965" y="-44398"/>
                  <a:pt x="711027" y="46649"/>
                  <a:pt x="897312" y="0"/>
                </a:cubicBezTo>
                <a:cubicBezTo>
                  <a:pt x="1083597" y="-46649"/>
                  <a:pt x="1233862" y="25433"/>
                  <a:pt x="1409390" y="0"/>
                </a:cubicBezTo>
                <a:cubicBezTo>
                  <a:pt x="1437579" y="58843"/>
                  <a:pt x="1389071" y="167623"/>
                  <a:pt x="1409390" y="261610"/>
                </a:cubicBezTo>
                <a:cubicBezTo>
                  <a:pt x="1258578" y="293733"/>
                  <a:pt x="1156619" y="239228"/>
                  <a:pt x="939593" y="261610"/>
                </a:cubicBezTo>
                <a:cubicBezTo>
                  <a:pt x="722567" y="283992"/>
                  <a:pt x="710883" y="214750"/>
                  <a:pt x="483891" y="261610"/>
                </a:cubicBezTo>
                <a:cubicBezTo>
                  <a:pt x="256899" y="308470"/>
                  <a:pt x="196870" y="219890"/>
                  <a:pt x="0" y="261610"/>
                </a:cubicBezTo>
                <a:cubicBezTo>
                  <a:pt x="-27667" y="166278"/>
                  <a:pt x="8410" y="74769"/>
                  <a:pt x="0" y="0"/>
                </a:cubicBezTo>
                <a:close/>
              </a:path>
            </a:pathLst>
          </a:custGeom>
          <a:noFill/>
          <a:ln w="38100">
            <a:solidFill>
              <a:srgbClr val="E6AF00"/>
            </a:solidFill>
            <a:extLst>
              <a:ext uri="{C807C97D-BFC1-408E-A445-0C87EB9F89A2}">
                <ask:lineSketchStyleProps xmlns:ask="http://schemas.microsoft.com/office/drawing/2018/sketchyshapes" sd="373667371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sz="1100" dirty="0">
                <a:solidFill>
                  <a:schemeClr val="bg1"/>
                </a:solidFill>
              </a:rPr>
              <a:t>Known</a:t>
            </a:r>
            <a:r>
              <a:rPr sz="1100" dirty="0">
                <a:solidFill>
                  <a:schemeClr val="bg1"/>
                </a:solidFill>
              </a:rPr>
              <a:t> Categories</a:t>
            </a:r>
          </a:p>
        </p:txBody>
      </p:sp>
    </p:spTree>
    <p:extLst>
      <p:ext uri="{BB962C8B-B14F-4D97-AF65-F5344CB8AC3E}">
        <p14:creationId xmlns:p14="http://schemas.microsoft.com/office/powerpoint/2010/main" val="135919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8" grpId="0"/>
      <p:bldP spid="7" grpId="0"/>
      <p:bldP spid="3" grpId="0" animBg="1"/>
      <p:bldP spid="37" grpId="0"/>
      <p:bldP spid="51" grpId="0"/>
      <p:bldP spid="55" grpId="0"/>
      <p:bldP spid="5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86">
            <a:extLst>
              <a:ext uri="{FF2B5EF4-FFF2-40B4-BE49-F238E27FC236}">
                <a16:creationId xmlns:a16="http://schemas.microsoft.com/office/drawing/2014/main" id="{EFD00C41-854B-4FEA-A233-083353FD8A9B}"/>
              </a:ext>
            </a:extLst>
          </p:cNvPr>
          <p:cNvSpPr txBox="1"/>
          <p:nvPr/>
        </p:nvSpPr>
        <p:spPr>
          <a:xfrm>
            <a:off x="478721" y="464985"/>
            <a:ext cx="1966309" cy="369332"/>
          </a:xfrm>
          <a:custGeom>
            <a:avLst/>
            <a:gdLst>
              <a:gd name="connsiteX0" fmla="*/ 0 w 1966309"/>
              <a:gd name="connsiteY0" fmla="*/ 0 h 369332"/>
              <a:gd name="connsiteX1" fmla="*/ 694763 w 1966309"/>
              <a:gd name="connsiteY1" fmla="*/ 0 h 369332"/>
              <a:gd name="connsiteX2" fmla="*/ 1310873 w 1966309"/>
              <a:gd name="connsiteY2" fmla="*/ 0 h 369332"/>
              <a:gd name="connsiteX3" fmla="*/ 1966309 w 1966309"/>
              <a:gd name="connsiteY3" fmla="*/ 0 h 369332"/>
              <a:gd name="connsiteX4" fmla="*/ 1966309 w 1966309"/>
              <a:gd name="connsiteY4" fmla="*/ 369332 h 369332"/>
              <a:gd name="connsiteX5" fmla="*/ 1271546 w 1966309"/>
              <a:gd name="connsiteY5" fmla="*/ 369332 h 369332"/>
              <a:gd name="connsiteX6" fmla="*/ 616110 w 1966309"/>
              <a:gd name="connsiteY6" fmla="*/ 369332 h 369332"/>
              <a:gd name="connsiteX7" fmla="*/ 0 w 1966309"/>
              <a:gd name="connsiteY7" fmla="*/ 369332 h 369332"/>
              <a:gd name="connsiteX8" fmla="*/ 0 w 1966309"/>
              <a:gd name="connsiteY8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66309" h="369332" fill="none" extrusionOk="0">
                <a:moveTo>
                  <a:pt x="0" y="0"/>
                </a:moveTo>
                <a:cubicBezTo>
                  <a:pt x="197338" y="-3616"/>
                  <a:pt x="377366" y="-2001"/>
                  <a:pt x="694763" y="0"/>
                </a:cubicBezTo>
                <a:cubicBezTo>
                  <a:pt x="1012160" y="2001"/>
                  <a:pt x="1035584" y="27847"/>
                  <a:pt x="1310873" y="0"/>
                </a:cubicBezTo>
                <a:cubicBezTo>
                  <a:pt x="1586162" y="-27847"/>
                  <a:pt x="1657212" y="-6492"/>
                  <a:pt x="1966309" y="0"/>
                </a:cubicBezTo>
                <a:cubicBezTo>
                  <a:pt x="1981105" y="128329"/>
                  <a:pt x="1963245" y="281279"/>
                  <a:pt x="1966309" y="369332"/>
                </a:cubicBezTo>
                <a:cubicBezTo>
                  <a:pt x="1708127" y="391113"/>
                  <a:pt x="1564133" y="396212"/>
                  <a:pt x="1271546" y="369332"/>
                </a:cubicBezTo>
                <a:cubicBezTo>
                  <a:pt x="978959" y="342452"/>
                  <a:pt x="875795" y="343030"/>
                  <a:pt x="616110" y="369332"/>
                </a:cubicBezTo>
                <a:cubicBezTo>
                  <a:pt x="356425" y="395634"/>
                  <a:pt x="303691" y="353044"/>
                  <a:pt x="0" y="369332"/>
                </a:cubicBezTo>
                <a:cubicBezTo>
                  <a:pt x="14693" y="194832"/>
                  <a:pt x="-5338" y="115888"/>
                  <a:pt x="0" y="0"/>
                </a:cubicBezTo>
                <a:close/>
              </a:path>
              <a:path w="1966309" h="369332" stroke="0" extrusionOk="0">
                <a:moveTo>
                  <a:pt x="0" y="0"/>
                </a:moveTo>
                <a:cubicBezTo>
                  <a:pt x="197746" y="4877"/>
                  <a:pt x="460404" y="-1654"/>
                  <a:pt x="616110" y="0"/>
                </a:cubicBezTo>
                <a:cubicBezTo>
                  <a:pt x="771816" y="1654"/>
                  <a:pt x="1041565" y="-17679"/>
                  <a:pt x="1251883" y="0"/>
                </a:cubicBezTo>
                <a:cubicBezTo>
                  <a:pt x="1462201" y="17679"/>
                  <a:pt x="1640841" y="9361"/>
                  <a:pt x="1966309" y="0"/>
                </a:cubicBezTo>
                <a:cubicBezTo>
                  <a:pt x="1949326" y="85568"/>
                  <a:pt x="1953172" y="246786"/>
                  <a:pt x="1966309" y="369332"/>
                </a:cubicBezTo>
                <a:cubicBezTo>
                  <a:pt x="1702814" y="384486"/>
                  <a:pt x="1569982" y="357805"/>
                  <a:pt x="1330536" y="369332"/>
                </a:cubicBezTo>
                <a:cubicBezTo>
                  <a:pt x="1091090" y="380859"/>
                  <a:pt x="961899" y="386588"/>
                  <a:pt x="635773" y="369332"/>
                </a:cubicBezTo>
                <a:cubicBezTo>
                  <a:pt x="309647" y="352076"/>
                  <a:pt x="213288" y="396193"/>
                  <a:pt x="0" y="369332"/>
                </a:cubicBezTo>
                <a:cubicBezTo>
                  <a:pt x="2491" y="283553"/>
                  <a:pt x="4609" y="113202"/>
                  <a:pt x="0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315266199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 b="1"/>
            </a:lvl1pPr>
          </a:lstStyle>
          <a:p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Collection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D9DC00F-6733-4A4E-8D00-1137D6B5B209}"/>
              </a:ext>
            </a:extLst>
          </p:cNvPr>
          <p:cNvSpPr txBox="1"/>
          <p:nvPr/>
        </p:nvSpPr>
        <p:spPr>
          <a:xfrm>
            <a:off x="2796698" y="464985"/>
            <a:ext cx="1966309" cy="369332"/>
          </a:xfrm>
          <a:custGeom>
            <a:avLst/>
            <a:gdLst>
              <a:gd name="connsiteX0" fmla="*/ 0 w 1966309"/>
              <a:gd name="connsiteY0" fmla="*/ 0 h 369332"/>
              <a:gd name="connsiteX1" fmla="*/ 675099 w 1966309"/>
              <a:gd name="connsiteY1" fmla="*/ 0 h 369332"/>
              <a:gd name="connsiteX2" fmla="*/ 1369862 w 1966309"/>
              <a:gd name="connsiteY2" fmla="*/ 0 h 369332"/>
              <a:gd name="connsiteX3" fmla="*/ 1966309 w 1966309"/>
              <a:gd name="connsiteY3" fmla="*/ 0 h 369332"/>
              <a:gd name="connsiteX4" fmla="*/ 1966309 w 1966309"/>
              <a:gd name="connsiteY4" fmla="*/ 369332 h 369332"/>
              <a:gd name="connsiteX5" fmla="*/ 1350199 w 1966309"/>
              <a:gd name="connsiteY5" fmla="*/ 369332 h 369332"/>
              <a:gd name="connsiteX6" fmla="*/ 675099 w 1966309"/>
              <a:gd name="connsiteY6" fmla="*/ 369332 h 369332"/>
              <a:gd name="connsiteX7" fmla="*/ 0 w 1966309"/>
              <a:gd name="connsiteY7" fmla="*/ 369332 h 369332"/>
              <a:gd name="connsiteX8" fmla="*/ 0 w 1966309"/>
              <a:gd name="connsiteY8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66309" h="369332" fill="none" extrusionOk="0">
                <a:moveTo>
                  <a:pt x="0" y="0"/>
                </a:moveTo>
                <a:cubicBezTo>
                  <a:pt x="154488" y="18604"/>
                  <a:pt x="344545" y="-13003"/>
                  <a:pt x="675099" y="0"/>
                </a:cubicBezTo>
                <a:cubicBezTo>
                  <a:pt x="1005653" y="13003"/>
                  <a:pt x="1202465" y="-18379"/>
                  <a:pt x="1369862" y="0"/>
                </a:cubicBezTo>
                <a:cubicBezTo>
                  <a:pt x="1537259" y="18379"/>
                  <a:pt x="1683282" y="-17564"/>
                  <a:pt x="1966309" y="0"/>
                </a:cubicBezTo>
                <a:cubicBezTo>
                  <a:pt x="1976390" y="171396"/>
                  <a:pt x="1982242" y="266436"/>
                  <a:pt x="1966309" y="369332"/>
                </a:cubicBezTo>
                <a:cubicBezTo>
                  <a:pt x="1769259" y="366212"/>
                  <a:pt x="1474961" y="353279"/>
                  <a:pt x="1350199" y="369332"/>
                </a:cubicBezTo>
                <a:cubicBezTo>
                  <a:pt x="1225437" y="385386"/>
                  <a:pt x="831025" y="345701"/>
                  <a:pt x="675099" y="369332"/>
                </a:cubicBezTo>
                <a:cubicBezTo>
                  <a:pt x="519173" y="392963"/>
                  <a:pt x="272818" y="365348"/>
                  <a:pt x="0" y="369332"/>
                </a:cubicBezTo>
                <a:cubicBezTo>
                  <a:pt x="-13447" y="185318"/>
                  <a:pt x="-2741" y="170126"/>
                  <a:pt x="0" y="0"/>
                </a:cubicBezTo>
                <a:close/>
              </a:path>
              <a:path w="1966309" h="369332" stroke="0" extrusionOk="0">
                <a:moveTo>
                  <a:pt x="0" y="0"/>
                </a:moveTo>
                <a:cubicBezTo>
                  <a:pt x="211713" y="17492"/>
                  <a:pt x="306119" y="12686"/>
                  <a:pt x="596447" y="0"/>
                </a:cubicBezTo>
                <a:cubicBezTo>
                  <a:pt x="886775" y="-12686"/>
                  <a:pt x="1076890" y="10466"/>
                  <a:pt x="1212557" y="0"/>
                </a:cubicBezTo>
                <a:cubicBezTo>
                  <a:pt x="1348224" y="-10466"/>
                  <a:pt x="1615368" y="14505"/>
                  <a:pt x="1966309" y="0"/>
                </a:cubicBezTo>
                <a:cubicBezTo>
                  <a:pt x="1983975" y="157080"/>
                  <a:pt x="1952950" y="244052"/>
                  <a:pt x="1966309" y="369332"/>
                </a:cubicBezTo>
                <a:cubicBezTo>
                  <a:pt x="1662013" y="352429"/>
                  <a:pt x="1564988" y="349645"/>
                  <a:pt x="1350199" y="369332"/>
                </a:cubicBezTo>
                <a:cubicBezTo>
                  <a:pt x="1135410" y="389020"/>
                  <a:pt x="993292" y="379709"/>
                  <a:pt x="734089" y="369332"/>
                </a:cubicBezTo>
                <a:cubicBezTo>
                  <a:pt x="474886" y="358956"/>
                  <a:pt x="179909" y="382031"/>
                  <a:pt x="0" y="369332"/>
                </a:cubicBezTo>
                <a:cubicBezTo>
                  <a:pt x="-2636" y="235356"/>
                  <a:pt x="-3357" y="152243"/>
                  <a:pt x="0" y="0"/>
                </a:cubicBezTo>
                <a:close/>
              </a:path>
            </a:pathLst>
          </a:custGeom>
          <a:solidFill>
            <a:srgbClr val="44546A"/>
          </a:solidFill>
          <a:ln>
            <a:extLst>
              <a:ext uri="{C807C97D-BFC1-408E-A445-0C87EB9F89A2}">
                <ask:lineSketchStyleProps xmlns:ask="http://schemas.microsoft.com/office/drawing/2018/sketchyshapes" sd="383692343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de-DE"/>
            </a:defPPr>
            <a:lvl1pPr algn="ctr">
              <a:defRPr b="1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dirty="0" err="1"/>
              <a:t>Preprocessinging</a:t>
            </a:r>
            <a:endParaRPr lang="en-GB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A4F9096-3B32-4E8E-91D4-ED00809D6650}"/>
              </a:ext>
            </a:extLst>
          </p:cNvPr>
          <p:cNvSpPr txBox="1"/>
          <p:nvPr/>
        </p:nvSpPr>
        <p:spPr>
          <a:xfrm>
            <a:off x="5114675" y="357263"/>
            <a:ext cx="4042585" cy="584775"/>
          </a:xfrm>
          <a:custGeom>
            <a:avLst/>
            <a:gdLst>
              <a:gd name="connsiteX0" fmla="*/ 0 w 4042585"/>
              <a:gd name="connsiteY0" fmla="*/ 0 h 584775"/>
              <a:gd name="connsiteX1" fmla="*/ 714190 w 4042585"/>
              <a:gd name="connsiteY1" fmla="*/ 0 h 584775"/>
              <a:gd name="connsiteX2" fmla="*/ 1347528 w 4042585"/>
              <a:gd name="connsiteY2" fmla="*/ 0 h 584775"/>
              <a:gd name="connsiteX3" fmla="*/ 1900015 w 4042585"/>
              <a:gd name="connsiteY3" fmla="*/ 0 h 584775"/>
              <a:gd name="connsiteX4" fmla="*/ 2452502 w 4042585"/>
              <a:gd name="connsiteY4" fmla="*/ 0 h 584775"/>
              <a:gd name="connsiteX5" fmla="*/ 3085840 w 4042585"/>
              <a:gd name="connsiteY5" fmla="*/ 0 h 584775"/>
              <a:gd name="connsiteX6" fmla="*/ 4042585 w 4042585"/>
              <a:gd name="connsiteY6" fmla="*/ 0 h 584775"/>
              <a:gd name="connsiteX7" fmla="*/ 4042585 w 4042585"/>
              <a:gd name="connsiteY7" fmla="*/ 584775 h 584775"/>
              <a:gd name="connsiteX8" fmla="*/ 3409247 w 4042585"/>
              <a:gd name="connsiteY8" fmla="*/ 584775 h 584775"/>
              <a:gd name="connsiteX9" fmla="*/ 2816334 w 4042585"/>
              <a:gd name="connsiteY9" fmla="*/ 584775 h 584775"/>
              <a:gd name="connsiteX10" fmla="*/ 2263848 w 4042585"/>
              <a:gd name="connsiteY10" fmla="*/ 584775 h 584775"/>
              <a:gd name="connsiteX11" fmla="*/ 1711361 w 4042585"/>
              <a:gd name="connsiteY11" fmla="*/ 584775 h 584775"/>
              <a:gd name="connsiteX12" fmla="*/ 1037597 w 4042585"/>
              <a:gd name="connsiteY12" fmla="*/ 584775 h 584775"/>
              <a:gd name="connsiteX13" fmla="*/ 0 w 4042585"/>
              <a:gd name="connsiteY13" fmla="*/ 584775 h 584775"/>
              <a:gd name="connsiteX14" fmla="*/ 0 w 4042585"/>
              <a:gd name="connsiteY14" fmla="*/ 0 h 584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042585" h="584775" fill="none" extrusionOk="0">
                <a:moveTo>
                  <a:pt x="0" y="0"/>
                </a:moveTo>
                <a:cubicBezTo>
                  <a:pt x="279912" y="553"/>
                  <a:pt x="409924" y="22097"/>
                  <a:pt x="714190" y="0"/>
                </a:cubicBezTo>
                <a:cubicBezTo>
                  <a:pt x="1018456" y="-22097"/>
                  <a:pt x="1188413" y="24282"/>
                  <a:pt x="1347528" y="0"/>
                </a:cubicBezTo>
                <a:cubicBezTo>
                  <a:pt x="1506643" y="-24282"/>
                  <a:pt x="1738982" y="8201"/>
                  <a:pt x="1900015" y="0"/>
                </a:cubicBezTo>
                <a:cubicBezTo>
                  <a:pt x="2061048" y="-8201"/>
                  <a:pt x="2222479" y="-25890"/>
                  <a:pt x="2452502" y="0"/>
                </a:cubicBezTo>
                <a:cubicBezTo>
                  <a:pt x="2682525" y="25890"/>
                  <a:pt x="2783532" y="12230"/>
                  <a:pt x="3085840" y="0"/>
                </a:cubicBezTo>
                <a:cubicBezTo>
                  <a:pt x="3388148" y="-12230"/>
                  <a:pt x="3773807" y="-41953"/>
                  <a:pt x="4042585" y="0"/>
                </a:cubicBezTo>
                <a:cubicBezTo>
                  <a:pt x="4040507" y="262931"/>
                  <a:pt x="4033676" y="335874"/>
                  <a:pt x="4042585" y="584775"/>
                </a:cubicBezTo>
                <a:cubicBezTo>
                  <a:pt x="3894620" y="562745"/>
                  <a:pt x="3588447" y="603494"/>
                  <a:pt x="3409247" y="584775"/>
                </a:cubicBezTo>
                <a:cubicBezTo>
                  <a:pt x="3230047" y="566056"/>
                  <a:pt x="3053358" y="574541"/>
                  <a:pt x="2816334" y="584775"/>
                </a:cubicBezTo>
                <a:cubicBezTo>
                  <a:pt x="2579310" y="595009"/>
                  <a:pt x="2510739" y="591936"/>
                  <a:pt x="2263848" y="584775"/>
                </a:cubicBezTo>
                <a:cubicBezTo>
                  <a:pt x="2016957" y="577614"/>
                  <a:pt x="1899825" y="562960"/>
                  <a:pt x="1711361" y="584775"/>
                </a:cubicBezTo>
                <a:cubicBezTo>
                  <a:pt x="1522897" y="606590"/>
                  <a:pt x="1347769" y="584130"/>
                  <a:pt x="1037597" y="584775"/>
                </a:cubicBezTo>
                <a:cubicBezTo>
                  <a:pt x="727425" y="585420"/>
                  <a:pt x="374061" y="624595"/>
                  <a:pt x="0" y="584775"/>
                </a:cubicBezTo>
                <a:cubicBezTo>
                  <a:pt x="-21323" y="334974"/>
                  <a:pt x="-4684" y="160778"/>
                  <a:pt x="0" y="0"/>
                </a:cubicBezTo>
                <a:close/>
              </a:path>
              <a:path w="4042585" h="584775" stroke="0" extrusionOk="0">
                <a:moveTo>
                  <a:pt x="0" y="0"/>
                </a:moveTo>
                <a:cubicBezTo>
                  <a:pt x="244300" y="-32666"/>
                  <a:pt x="502604" y="9338"/>
                  <a:pt x="754616" y="0"/>
                </a:cubicBezTo>
                <a:cubicBezTo>
                  <a:pt x="1006628" y="-9338"/>
                  <a:pt x="1111362" y="-20746"/>
                  <a:pt x="1347528" y="0"/>
                </a:cubicBezTo>
                <a:cubicBezTo>
                  <a:pt x="1583694" y="20746"/>
                  <a:pt x="1736150" y="9367"/>
                  <a:pt x="2102144" y="0"/>
                </a:cubicBezTo>
                <a:cubicBezTo>
                  <a:pt x="2468138" y="-9367"/>
                  <a:pt x="2486243" y="16158"/>
                  <a:pt x="2695057" y="0"/>
                </a:cubicBezTo>
                <a:cubicBezTo>
                  <a:pt x="2903871" y="-16158"/>
                  <a:pt x="3120654" y="9009"/>
                  <a:pt x="3368821" y="0"/>
                </a:cubicBezTo>
                <a:cubicBezTo>
                  <a:pt x="3616988" y="-9009"/>
                  <a:pt x="3803726" y="-31735"/>
                  <a:pt x="4042585" y="0"/>
                </a:cubicBezTo>
                <a:cubicBezTo>
                  <a:pt x="4058416" y="240318"/>
                  <a:pt x="4018295" y="364070"/>
                  <a:pt x="4042585" y="584775"/>
                </a:cubicBezTo>
                <a:cubicBezTo>
                  <a:pt x="3907585" y="558260"/>
                  <a:pt x="3670423" y="587467"/>
                  <a:pt x="3409247" y="584775"/>
                </a:cubicBezTo>
                <a:cubicBezTo>
                  <a:pt x="3148071" y="582083"/>
                  <a:pt x="2854031" y="617806"/>
                  <a:pt x="2654631" y="584775"/>
                </a:cubicBezTo>
                <a:cubicBezTo>
                  <a:pt x="2455231" y="551744"/>
                  <a:pt x="2259330" y="580401"/>
                  <a:pt x="2021293" y="584775"/>
                </a:cubicBezTo>
                <a:cubicBezTo>
                  <a:pt x="1783256" y="589149"/>
                  <a:pt x="1621801" y="607803"/>
                  <a:pt x="1347528" y="584775"/>
                </a:cubicBezTo>
                <a:cubicBezTo>
                  <a:pt x="1073255" y="561747"/>
                  <a:pt x="778200" y="556048"/>
                  <a:pt x="633338" y="584775"/>
                </a:cubicBezTo>
                <a:cubicBezTo>
                  <a:pt x="488476" y="613503"/>
                  <a:pt x="218977" y="610423"/>
                  <a:pt x="0" y="584775"/>
                </a:cubicBezTo>
                <a:cubicBezTo>
                  <a:pt x="24391" y="436586"/>
                  <a:pt x="-29103" y="219493"/>
                  <a:pt x="0" y="0"/>
                </a:cubicBezTo>
                <a:close/>
              </a:path>
            </a:pathLst>
          </a:custGeom>
          <a:solidFill>
            <a:srgbClr val="C00000"/>
          </a:solidFill>
          <a:ln>
            <a:extLst>
              <a:ext uri="{C807C97D-BFC1-408E-A445-0C87EB9F89A2}">
                <ask:lineSketchStyleProps xmlns:ask="http://schemas.microsoft.com/office/drawing/2018/sketchyshapes" sd="260238953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de-DE"/>
            </a:defPPr>
            <a:lvl1pPr algn="ctr">
              <a:defRPr b="1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sz="3200" dirty="0"/>
              <a:t>Research Objective</a:t>
            </a: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ECAE3798-31F6-4DF0-BF1D-F76ECBAE77C0}"/>
              </a:ext>
            </a:extLst>
          </p:cNvPr>
          <p:cNvCxnSpPr>
            <a:cxnSpLocks/>
            <a:stCxn id="87" idx="3"/>
            <a:endCxn id="88" idx="1"/>
          </p:cNvCxnSpPr>
          <p:nvPr/>
        </p:nvCxnSpPr>
        <p:spPr>
          <a:xfrm>
            <a:off x="2445030" y="649651"/>
            <a:ext cx="3516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6108FBB5-1627-4F7B-B442-865E718964AF}"/>
              </a:ext>
            </a:extLst>
          </p:cNvPr>
          <p:cNvCxnSpPr>
            <a:cxnSpLocks/>
            <a:stCxn id="88" idx="3"/>
            <a:endCxn id="89" idx="1"/>
          </p:cNvCxnSpPr>
          <p:nvPr/>
        </p:nvCxnSpPr>
        <p:spPr>
          <a:xfrm>
            <a:off x="4763007" y="649651"/>
            <a:ext cx="3516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E597CF50-4937-445A-8692-AF7F19747761}"/>
              </a:ext>
            </a:extLst>
          </p:cNvPr>
          <p:cNvSpPr txBox="1"/>
          <p:nvPr/>
        </p:nvSpPr>
        <p:spPr>
          <a:xfrm>
            <a:off x="7328460" y="1047930"/>
            <a:ext cx="1828800" cy="400110"/>
          </a:xfrm>
          <a:custGeom>
            <a:avLst/>
            <a:gdLst>
              <a:gd name="connsiteX0" fmla="*/ 0 w 1828800"/>
              <a:gd name="connsiteY0" fmla="*/ 0 h 400110"/>
              <a:gd name="connsiteX1" fmla="*/ 554736 w 1828800"/>
              <a:gd name="connsiteY1" fmla="*/ 0 h 400110"/>
              <a:gd name="connsiteX2" fmla="*/ 1182624 w 1828800"/>
              <a:gd name="connsiteY2" fmla="*/ 0 h 400110"/>
              <a:gd name="connsiteX3" fmla="*/ 1828800 w 1828800"/>
              <a:gd name="connsiteY3" fmla="*/ 0 h 400110"/>
              <a:gd name="connsiteX4" fmla="*/ 1828800 w 1828800"/>
              <a:gd name="connsiteY4" fmla="*/ 400110 h 400110"/>
              <a:gd name="connsiteX5" fmla="*/ 1237488 w 1828800"/>
              <a:gd name="connsiteY5" fmla="*/ 400110 h 400110"/>
              <a:gd name="connsiteX6" fmla="*/ 627888 w 1828800"/>
              <a:gd name="connsiteY6" fmla="*/ 400110 h 400110"/>
              <a:gd name="connsiteX7" fmla="*/ 0 w 1828800"/>
              <a:gd name="connsiteY7" fmla="*/ 400110 h 400110"/>
              <a:gd name="connsiteX8" fmla="*/ 0 w 1828800"/>
              <a:gd name="connsiteY8" fmla="*/ 0 h 400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28800" h="400110" fill="none" extrusionOk="0">
                <a:moveTo>
                  <a:pt x="0" y="0"/>
                </a:moveTo>
                <a:cubicBezTo>
                  <a:pt x="135934" y="15867"/>
                  <a:pt x="403382" y="-9020"/>
                  <a:pt x="554736" y="0"/>
                </a:cubicBezTo>
                <a:cubicBezTo>
                  <a:pt x="706090" y="9020"/>
                  <a:pt x="1025276" y="20381"/>
                  <a:pt x="1182624" y="0"/>
                </a:cubicBezTo>
                <a:cubicBezTo>
                  <a:pt x="1339972" y="-20381"/>
                  <a:pt x="1672977" y="4566"/>
                  <a:pt x="1828800" y="0"/>
                </a:cubicBezTo>
                <a:cubicBezTo>
                  <a:pt x="1830795" y="83631"/>
                  <a:pt x="1838984" y="275869"/>
                  <a:pt x="1828800" y="400110"/>
                </a:cubicBezTo>
                <a:cubicBezTo>
                  <a:pt x="1592106" y="389205"/>
                  <a:pt x="1527175" y="423864"/>
                  <a:pt x="1237488" y="400110"/>
                </a:cubicBezTo>
                <a:cubicBezTo>
                  <a:pt x="947801" y="376356"/>
                  <a:pt x="910278" y="415584"/>
                  <a:pt x="627888" y="400110"/>
                </a:cubicBezTo>
                <a:cubicBezTo>
                  <a:pt x="345498" y="384636"/>
                  <a:pt x="215322" y="375081"/>
                  <a:pt x="0" y="400110"/>
                </a:cubicBezTo>
                <a:cubicBezTo>
                  <a:pt x="7630" y="213041"/>
                  <a:pt x="3730" y="139957"/>
                  <a:pt x="0" y="0"/>
                </a:cubicBezTo>
                <a:close/>
              </a:path>
              <a:path w="1828800" h="400110" stroke="0" extrusionOk="0">
                <a:moveTo>
                  <a:pt x="0" y="0"/>
                </a:moveTo>
                <a:cubicBezTo>
                  <a:pt x="182966" y="-21347"/>
                  <a:pt x="464996" y="29335"/>
                  <a:pt x="646176" y="0"/>
                </a:cubicBezTo>
                <a:cubicBezTo>
                  <a:pt x="827356" y="-29335"/>
                  <a:pt x="969908" y="1060"/>
                  <a:pt x="1274064" y="0"/>
                </a:cubicBezTo>
                <a:cubicBezTo>
                  <a:pt x="1578220" y="-1060"/>
                  <a:pt x="1590003" y="25910"/>
                  <a:pt x="1828800" y="0"/>
                </a:cubicBezTo>
                <a:cubicBezTo>
                  <a:pt x="1843692" y="156138"/>
                  <a:pt x="1841171" y="288259"/>
                  <a:pt x="1828800" y="400110"/>
                </a:cubicBezTo>
                <a:cubicBezTo>
                  <a:pt x="1540375" y="387481"/>
                  <a:pt x="1429852" y="406339"/>
                  <a:pt x="1182624" y="400110"/>
                </a:cubicBezTo>
                <a:cubicBezTo>
                  <a:pt x="935396" y="393881"/>
                  <a:pt x="805396" y="418321"/>
                  <a:pt x="627888" y="400110"/>
                </a:cubicBezTo>
                <a:cubicBezTo>
                  <a:pt x="450380" y="381899"/>
                  <a:pt x="305580" y="401265"/>
                  <a:pt x="0" y="400110"/>
                </a:cubicBezTo>
                <a:cubicBezTo>
                  <a:pt x="9202" y="217445"/>
                  <a:pt x="-16546" y="110220"/>
                  <a:pt x="0" y="0"/>
                </a:cubicBezTo>
                <a:close/>
              </a:path>
            </a:pathLst>
          </a:custGeom>
          <a:solidFill>
            <a:srgbClr val="E6AF00"/>
          </a:solidFill>
          <a:ln w="28575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83223180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de-DE"/>
            </a:defPPr>
            <a:lvl1pPr algn="ctr">
              <a:defRPr b="1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sz="2000" dirty="0">
                <a:solidFill>
                  <a:schemeClr val="bg1"/>
                </a:solidFill>
              </a:rPr>
              <a:t>Classification</a:t>
            </a:r>
          </a:p>
        </p:txBody>
      </p:sp>
      <p:pic>
        <p:nvPicPr>
          <p:cNvPr id="94" name="Graphic 93" descr="Document with solid fill">
            <a:extLst>
              <a:ext uri="{FF2B5EF4-FFF2-40B4-BE49-F238E27FC236}">
                <a16:creationId xmlns:a16="http://schemas.microsoft.com/office/drawing/2014/main" id="{D8AA82E5-88CD-4BB2-9B1B-25AEBEDD14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2867" y="1913912"/>
            <a:ext cx="730958" cy="730958"/>
          </a:xfrm>
          <a:prstGeom prst="rect">
            <a:avLst/>
          </a:prstGeom>
        </p:spPr>
      </p:pic>
      <p:pic>
        <p:nvPicPr>
          <p:cNvPr id="95" name="Graphic 94" descr="Document with solid fill">
            <a:extLst>
              <a:ext uri="{FF2B5EF4-FFF2-40B4-BE49-F238E27FC236}">
                <a16:creationId xmlns:a16="http://schemas.microsoft.com/office/drawing/2014/main" id="{ECDBF081-960C-477A-9098-31088C1A2D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6353" y="1924681"/>
            <a:ext cx="730958" cy="730958"/>
          </a:xfrm>
          <a:prstGeom prst="rect">
            <a:avLst/>
          </a:prstGeom>
        </p:spPr>
      </p:pic>
      <p:pic>
        <p:nvPicPr>
          <p:cNvPr id="96" name="Graphic 95" descr="Document with solid fill">
            <a:extLst>
              <a:ext uri="{FF2B5EF4-FFF2-40B4-BE49-F238E27FC236}">
                <a16:creationId xmlns:a16="http://schemas.microsoft.com/office/drawing/2014/main" id="{46E775FF-8CC2-49C7-95DF-40A22B1EE22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7032" y="2580682"/>
            <a:ext cx="730958" cy="730958"/>
          </a:xfrm>
          <a:prstGeom prst="rect">
            <a:avLst/>
          </a:prstGeom>
        </p:spPr>
      </p:pic>
      <p:pic>
        <p:nvPicPr>
          <p:cNvPr id="97" name="Graphic 96" descr="Document with solid fill">
            <a:extLst>
              <a:ext uri="{FF2B5EF4-FFF2-40B4-BE49-F238E27FC236}">
                <a16:creationId xmlns:a16="http://schemas.microsoft.com/office/drawing/2014/main" id="{F321C042-DA63-464F-A769-9D7460D525B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86353" y="2598344"/>
            <a:ext cx="730958" cy="730958"/>
          </a:xfrm>
          <a:prstGeom prst="rect">
            <a:avLst/>
          </a:prstGeom>
        </p:spPr>
      </p:pic>
      <p:pic>
        <p:nvPicPr>
          <p:cNvPr id="98" name="Graphic 97" descr="Document with solid fill">
            <a:extLst>
              <a:ext uri="{FF2B5EF4-FFF2-40B4-BE49-F238E27FC236}">
                <a16:creationId xmlns:a16="http://schemas.microsoft.com/office/drawing/2014/main" id="{D155649A-1046-4D9C-A964-66F81AB90E4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38702" y="3288134"/>
            <a:ext cx="730958" cy="730958"/>
          </a:xfrm>
          <a:prstGeom prst="rect">
            <a:avLst/>
          </a:prstGeom>
        </p:spPr>
      </p:pic>
      <p:pic>
        <p:nvPicPr>
          <p:cNvPr id="99" name="Graphic 98" descr="Document with solid fill">
            <a:extLst>
              <a:ext uri="{FF2B5EF4-FFF2-40B4-BE49-F238E27FC236}">
                <a16:creationId xmlns:a16="http://schemas.microsoft.com/office/drawing/2014/main" id="{4CC51CF2-A875-4A0F-804C-818383F411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6353" y="3305796"/>
            <a:ext cx="730958" cy="730958"/>
          </a:xfrm>
          <a:prstGeom prst="rect">
            <a:avLst/>
          </a:prstGeom>
        </p:spPr>
      </p:pic>
      <p:sp>
        <p:nvSpPr>
          <p:cNvPr id="100" name="Arrow: Right 99">
            <a:extLst>
              <a:ext uri="{FF2B5EF4-FFF2-40B4-BE49-F238E27FC236}">
                <a16:creationId xmlns:a16="http://schemas.microsoft.com/office/drawing/2014/main" id="{F25E59FE-D5AB-4966-ADE1-3C2F09818294}"/>
              </a:ext>
            </a:extLst>
          </p:cNvPr>
          <p:cNvSpPr/>
          <p:nvPr/>
        </p:nvSpPr>
        <p:spPr>
          <a:xfrm rot="5400000">
            <a:off x="3012693" y="4097857"/>
            <a:ext cx="583314" cy="18066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9A3A2AE-8BA6-4DDF-B28E-E3D6D4F715D1}"/>
              </a:ext>
            </a:extLst>
          </p:cNvPr>
          <p:cNvSpPr txBox="1"/>
          <p:nvPr/>
        </p:nvSpPr>
        <p:spPr>
          <a:xfrm>
            <a:off x="2041780" y="3126975"/>
            <a:ext cx="10010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Topics: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1972908-3583-4D4A-A825-E154FDD08DFD}"/>
              </a:ext>
            </a:extLst>
          </p:cNvPr>
          <p:cNvSpPr txBox="1"/>
          <p:nvPr/>
        </p:nvSpPr>
        <p:spPr>
          <a:xfrm>
            <a:off x="2041781" y="2059045"/>
            <a:ext cx="754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Task: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C38C1AD-10CF-4029-9F37-940F34FAF5C4}"/>
              </a:ext>
            </a:extLst>
          </p:cNvPr>
          <p:cNvSpPr txBox="1"/>
          <p:nvPr/>
        </p:nvSpPr>
        <p:spPr>
          <a:xfrm>
            <a:off x="2692888" y="1824642"/>
            <a:ext cx="14093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Organize texts according to their topics</a:t>
            </a:r>
            <a:endParaRPr lang="en-GB" sz="1600" dirty="0"/>
          </a:p>
        </p:txBody>
      </p:sp>
      <p:graphicFrame>
        <p:nvGraphicFramePr>
          <p:cNvPr id="109" name="Table 2">
            <a:extLst>
              <a:ext uri="{FF2B5EF4-FFF2-40B4-BE49-F238E27FC236}">
                <a16:creationId xmlns:a16="http://schemas.microsoft.com/office/drawing/2014/main" id="{B4E54BAA-1614-43B6-BF62-86A8C5C92D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8863171"/>
              </p:ext>
            </p:extLst>
          </p:nvPr>
        </p:nvGraphicFramePr>
        <p:xfrm>
          <a:off x="5082237" y="1913912"/>
          <a:ext cx="2027526" cy="25958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013763">
                  <a:extLst>
                    <a:ext uri="{9D8B030D-6E8A-4147-A177-3AD203B41FA5}">
                      <a16:colId xmlns:a16="http://schemas.microsoft.com/office/drawing/2014/main" val="3926388454"/>
                    </a:ext>
                  </a:extLst>
                </a:gridCol>
                <a:gridCol w="1013763">
                  <a:extLst>
                    <a:ext uri="{9D8B030D-6E8A-4147-A177-3AD203B41FA5}">
                      <a16:colId xmlns:a16="http://schemas.microsoft.com/office/drawing/2014/main" val="31782574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topic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1948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climate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0235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immig</a:t>
                      </a:r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migration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9295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climate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7816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border*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migration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381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pay 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gender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965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815308"/>
                  </a:ext>
                </a:extLst>
              </a:tr>
            </a:tbl>
          </a:graphicData>
        </a:graphic>
      </p:graphicFrame>
      <p:sp>
        <p:nvSpPr>
          <p:cNvPr id="110" name="TextBox 109">
            <a:extLst>
              <a:ext uri="{FF2B5EF4-FFF2-40B4-BE49-F238E27FC236}">
                <a16:creationId xmlns:a16="http://schemas.microsoft.com/office/drawing/2014/main" id="{1F512831-DC68-43EC-9603-42FDEDEA0367}"/>
              </a:ext>
            </a:extLst>
          </p:cNvPr>
          <p:cNvSpPr txBox="1"/>
          <p:nvPr/>
        </p:nvSpPr>
        <p:spPr>
          <a:xfrm>
            <a:off x="1755357" y="4516398"/>
            <a:ext cx="3097981" cy="1908215"/>
          </a:xfrm>
          <a:custGeom>
            <a:avLst/>
            <a:gdLst>
              <a:gd name="connsiteX0" fmla="*/ 0 w 3097981"/>
              <a:gd name="connsiteY0" fmla="*/ 0 h 1908215"/>
              <a:gd name="connsiteX1" fmla="*/ 454371 w 3097981"/>
              <a:gd name="connsiteY1" fmla="*/ 0 h 1908215"/>
              <a:gd name="connsiteX2" fmla="*/ 1032660 w 3097981"/>
              <a:gd name="connsiteY2" fmla="*/ 0 h 1908215"/>
              <a:gd name="connsiteX3" fmla="*/ 1610950 w 3097981"/>
              <a:gd name="connsiteY3" fmla="*/ 0 h 1908215"/>
              <a:gd name="connsiteX4" fmla="*/ 2065321 w 3097981"/>
              <a:gd name="connsiteY4" fmla="*/ 0 h 1908215"/>
              <a:gd name="connsiteX5" fmla="*/ 2612631 w 3097981"/>
              <a:gd name="connsiteY5" fmla="*/ 0 h 1908215"/>
              <a:gd name="connsiteX6" fmla="*/ 3097981 w 3097981"/>
              <a:gd name="connsiteY6" fmla="*/ 0 h 1908215"/>
              <a:gd name="connsiteX7" fmla="*/ 3097981 w 3097981"/>
              <a:gd name="connsiteY7" fmla="*/ 515218 h 1908215"/>
              <a:gd name="connsiteX8" fmla="*/ 3097981 w 3097981"/>
              <a:gd name="connsiteY8" fmla="*/ 954108 h 1908215"/>
              <a:gd name="connsiteX9" fmla="*/ 3097981 w 3097981"/>
              <a:gd name="connsiteY9" fmla="*/ 1450243 h 1908215"/>
              <a:gd name="connsiteX10" fmla="*/ 3097981 w 3097981"/>
              <a:gd name="connsiteY10" fmla="*/ 1908215 h 1908215"/>
              <a:gd name="connsiteX11" fmla="*/ 2612631 w 3097981"/>
              <a:gd name="connsiteY11" fmla="*/ 1908215 h 1908215"/>
              <a:gd name="connsiteX12" fmla="*/ 2127280 w 3097981"/>
              <a:gd name="connsiteY12" fmla="*/ 1908215 h 1908215"/>
              <a:gd name="connsiteX13" fmla="*/ 1548991 w 3097981"/>
              <a:gd name="connsiteY13" fmla="*/ 1908215 h 1908215"/>
              <a:gd name="connsiteX14" fmla="*/ 1032660 w 3097981"/>
              <a:gd name="connsiteY14" fmla="*/ 1908215 h 1908215"/>
              <a:gd name="connsiteX15" fmla="*/ 454371 w 3097981"/>
              <a:gd name="connsiteY15" fmla="*/ 1908215 h 1908215"/>
              <a:gd name="connsiteX16" fmla="*/ 0 w 3097981"/>
              <a:gd name="connsiteY16" fmla="*/ 1908215 h 1908215"/>
              <a:gd name="connsiteX17" fmla="*/ 0 w 3097981"/>
              <a:gd name="connsiteY17" fmla="*/ 1412079 h 1908215"/>
              <a:gd name="connsiteX18" fmla="*/ 0 w 3097981"/>
              <a:gd name="connsiteY18" fmla="*/ 954108 h 1908215"/>
              <a:gd name="connsiteX19" fmla="*/ 0 w 3097981"/>
              <a:gd name="connsiteY19" fmla="*/ 457972 h 1908215"/>
              <a:gd name="connsiteX20" fmla="*/ 0 w 3097981"/>
              <a:gd name="connsiteY20" fmla="*/ 0 h 1908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097981" h="1908215" extrusionOk="0">
                <a:moveTo>
                  <a:pt x="0" y="0"/>
                </a:moveTo>
                <a:cubicBezTo>
                  <a:pt x="188349" y="-26611"/>
                  <a:pt x="301934" y="1652"/>
                  <a:pt x="454371" y="0"/>
                </a:cubicBezTo>
                <a:cubicBezTo>
                  <a:pt x="606808" y="-1652"/>
                  <a:pt x="902242" y="27755"/>
                  <a:pt x="1032660" y="0"/>
                </a:cubicBezTo>
                <a:cubicBezTo>
                  <a:pt x="1163078" y="-27755"/>
                  <a:pt x="1387998" y="20142"/>
                  <a:pt x="1610950" y="0"/>
                </a:cubicBezTo>
                <a:cubicBezTo>
                  <a:pt x="1833902" y="-20142"/>
                  <a:pt x="1949781" y="29949"/>
                  <a:pt x="2065321" y="0"/>
                </a:cubicBezTo>
                <a:cubicBezTo>
                  <a:pt x="2180861" y="-29949"/>
                  <a:pt x="2448958" y="37073"/>
                  <a:pt x="2612631" y="0"/>
                </a:cubicBezTo>
                <a:cubicBezTo>
                  <a:pt x="2776304" y="-37073"/>
                  <a:pt x="2964154" y="31999"/>
                  <a:pt x="3097981" y="0"/>
                </a:cubicBezTo>
                <a:cubicBezTo>
                  <a:pt x="3129512" y="174457"/>
                  <a:pt x="3041992" y="366137"/>
                  <a:pt x="3097981" y="515218"/>
                </a:cubicBezTo>
                <a:cubicBezTo>
                  <a:pt x="3153970" y="664299"/>
                  <a:pt x="3063954" y="822623"/>
                  <a:pt x="3097981" y="954108"/>
                </a:cubicBezTo>
                <a:cubicBezTo>
                  <a:pt x="3132008" y="1085593"/>
                  <a:pt x="3045191" y="1229781"/>
                  <a:pt x="3097981" y="1450243"/>
                </a:cubicBezTo>
                <a:cubicBezTo>
                  <a:pt x="3150771" y="1670706"/>
                  <a:pt x="3091447" y="1704047"/>
                  <a:pt x="3097981" y="1908215"/>
                </a:cubicBezTo>
                <a:cubicBezTo>
                  <a:pt x="2963537" y="1961195"/>
                  <a:pt x="2734044" y="1859187"/>
                  <a:pt x="2612631" y="1908215"/>
                </a:cubicBezTo>
                <a:cubicBezTo>
                  <a:pt x="2491218" y="1957243"/>
                  <a:pt x="2268229" y="1879034"/>
                  <a:pt x="2127280" y="1908215"/>
                </a:cubicBezTo>
                <a:cubicBezTo>
                  <a:pt x="1986331" y="1937396"/>
                  <a:pt x="1724927" y="1888053"/>
                  <a:pt x="1548991" y="1908215"/>
                </a:cubicBezTo>
                <a:cubicBezTo>
                  <a:pt x="1373055" y="1928377"/>
                  <a:pt x="1187207" y="1894507"/>
                  <a:pt x="1032660" y="1908215"/>
                </a:cubicBezTo>
                <a:cubicBezTo>
                  <a:pt x="878113" y="1921923"/>
                  <a:pt x="734236" y="1874064"/>
                  <a:pt x="454371" y="1908215"/>
                </a:cubicBezTo>
                <a:cubicBezTo>
                  <a:pt x="174506" y="1942366"/>
                  <a:pt x="217302" y="1890641"/>
                  <a:pt x="0" y="1908215"/>
                </a:cubicBezTo>
                <a:cubicBezTo>
                  <a:pt x="-27314" y="1704702"/>
                  <a:pt x="45527" y="1525405"/>
                  <a:pt x="0" y="1412079"/>
                </a:cubicBezTo>
                <a:cubicBezTo>
                  <a:pt x="-45527" y="1298753"/>
                  <a:pt x="50374" y="1047213"/>
                  <a:pt x="0" y="954108"/>
                </a:cubicBezTo>
                <a:cubicBezTo>
                  <a:pt x="-50374" y="861003"/>
                  <a:pt x="49623" y="658860"/>
                  <a:pt x="0" y="457972"/>
                </a:cubicBezTo>
                <a:cubicBezTo>
                  <a:pt x="-49623" y="257084"/>
                  <a:pt x="46306" y="220269"/>
                  <a:pt x="0" y="0"/>
                </a:cubicBezTo>
                <a:close/>
              </a:path>
            </a:pathLst>
          </a:custGeom>
          <a:noFill/>
          <a:ln w="38100">
            <a:noFill/>
            <a:extLst>
              <a:ext uri="{C807C97D-BFC1-408E-A445-0C87EB9F89A2}">
                <ask:lineSketchStyleProps xmlns:ask="http://schemas.microsoft.com/office/drawing/2018/sketchyshapes" sd="19591507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 b="1"/>
            </a:lvl1pPr>
          </a:lstStyle>
          <a:p>
            <a:r>
              <a:rPr lang="en-GB" sz="1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Supervised ML Models</a:t>
            </a:r>
          </a:p>
          <a:p>
            <a:r>
              <a:rPr lang="en-GB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Classifiers</a:t>
            </a:r>
          </a:p>
          <a:p>
            <a:r>
              <a:rPr lang="en-GB" sz="1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Collections of 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</a:t>
            </a:r>
            <a:r>
              <a:rPr lang="en-GB" sz="1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value</a:t>
            </a:r>
            <a:r>
              <a:rPr lang="en-GB" sz="1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pairs</a:t>
            </a:r>
          </a:p>
          <a:p>
            <a:r>
              <a:rPr lang="en-GB" sz="1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e.g., </a:t>
            </a:r>
            <a:r>
              <a:rPr lang="en-GB" sz="16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word</a:t>
            </a:r>
            <a:r>
              <a:rPr lang="en-GB" sz="1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en-GB" sz="1600" dirty="0">
                <a:solidFill>
                  <a:srgbClr val="336D9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</a:t>
            </a:r>
          </a:p>
          <a:p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dirty="0"/>
          </a:p>
        </p:txBody>
      </p:sp>
      <p:pic>
        <p:nvPicPr>
          <p:cNvPr id="111" name="Picture 12">
            <a:extLst>
              <a:ext uri="{FF2B5EF4-FFF2-40B4-BE49-F238E27FC236}">
                <a16:creationId xmlns:a16="http://schemas.microsoft.com/office/drawing/2014/main" id="{637AE0CC-FBC9-4B9A-A7F5-9EE06BB7BC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2782" y="3083173"/>
            <a:ext cx="523133" cy="727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" name="Picture 6">
            <a:extLst>
              <a:ext uri="{FF2B5EF4-FFF2-40B4-BE49-F238E27FC236}">
                <a16:creationId xmlns:a16="http://schemas.microsoft.com/office/drawing/2014/main" id="{40DBF707-46A3-4DAA-BAE7-4CB636CF3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011" y="4575529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3" name="Graphic 112" descr="Document with solid fill">
            <a:extLst>
              <a:ext uri="{FF2B5EF4-FFF2-40B4-BE49-F238E27FC236}">
                <a16:creationId xmlns:a16="http://schemas.microsoft.com/office/drawing/2014/main" id="{9E2BB4CF-4ED2-4CF2-87AE-25183801CA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63665" y="1913912"/>
            <a:ext cx="639315" cy="639315"/>
          </a:xfrm>
          <a:prstGeom prst="rect">
            <a:avLst/>
          </a:prstGeom>
        </p:spPr>
      </p:pic>
      <p:pic>
        <p:nvPicPr>
          <p:cNvPr id="114" name="Picture 113">
            <a:extLst>
              <a:ext uri="{FF2B5EF4-FFF2-40B4-BE49-F238E27FC236}">
                <a16:creationId xmlns:a16="http://schemas.microsoft.com/office/drawing/2014/main" id="{963E5CDC-E02B-4485-835D-554EED677B3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4056" y="2010162"/>
            <a:ext cx="515014" cy="515014"/>
          </a:xfrm>
          <a:prstGeom prst="rect">
            <a:avLst/>
          </a:prstGeom>
        </p:spPr>
      </p:pic>
      <p:sp>
        <p:nvSpPr>
          <p:cNvPr id="115" name="Arrow: Right 114">
            <a:extLst>
              <a:ext uri="{FF2B5EF4-FFF2-40B4-BE49-F238E27FC236}">
                <a16:creationId xmlns:a16="http://schemas.microsoft.com/office/drawing/2014/main" id="{AB28D70B-E12D-4448-87B6-64582A90CAE7}"/>
              </a:ext>
            </a:extLst>
          </p:cNvPr>
          <p:cNvSpPr/>
          <p:nvPr/>
        </p:nvSpPr>
        <p:spPr>
          <a:xfrm>
            <a:off x="7263434" y="2230621"/>
            <a:ext cx="542789" cy="142808"/>
          </a:xfrm>
          <a:prstGeom prst="rightArrow">
            <a:avLst/>
          </a:prstGeom>
          <a:solidFill>
            <a:schemeClr val="tx1"/>
          </a:solidFill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6" name="Graphic 115" descr="Document with solid fill">
            <a:extLst>
              <a:ext uri="{FF2B5EF4-FFF2-40B4-BE49-F238E27FC236}">
                <a16:creationId xmlns:a16="http://schemas.microsoft.com/office/drawing/2014/main" id="{B7DCC832-09F7-402F-A611-4E28954726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63665" y="3554301"/>
            <a:ext cx="639315" cy="639315"/>
          </a:xfrm>
          <a:prstGeom prst="rect">
            <a:avLst/>
          </a:prstGeom>
        </p:spPr>
      </p:pic>
      <p:pic>
        <p:nvPicPr>
          <p:cNvPr id="117" name="Picture 116">
            <a:extLst>
              <a:ext uri="{FF2B5EF4-FFF2-40B4-BE49-F238E27FC236}">
                <a16:creationId xmlns:a16="http://schemas.microsoft.com/office/drawing/2014/main" id="{B73F24A8-4CC8-4D51-B6D4-489F4EC77FA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4056" y="3650551"/>
            <a:ext cx="515014" cy="515014"/>
          </a:xfrm>
          <a:prstGeom prst="rect">
            <a:avLst/>
          </a:prstGeom>
        </p:spPr>
      </p:pic>
      <p:sp>
        <p:nvSpPr>
          <p:cNvPr id="118" name="Arrow: Right 117">
            <a:extLst>
              <a:ext uri="{FF2B5EF4-FFF2-40B4-BE49-F238E27FC236}">
                <a16:creationId xmlns:a16="http://schemas.microsoft.com/office/drawing/2014/main" id="{1B968F1F-DE4C-4091-BF50-8CC6AFACADE4}"/>
              </a:ext>
            </a:extLst>
          </p:cNvPr>
          <p:cNvSpPr/>
          <p:nvPr/>
        </p:nvSpPr>
        <p:spPr>
          <a:xfrm>
            <a:off x="7263434" y="3871010"/>
            <a:ext cx="542789" cy="142808"/>
          </a:xfrm>
          <a:prstGeom prst="rightArrow">
            <a:avLst/>
          </a:prstGeom>
          <a:solidFill>
            <a:schemeClr val="tx1"/>
          </a:solidFill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83EBBDC3-B184-4486-972E-DFB491CB59DD}"/>
              </a:ext>
            </a:extLst>
          </p:cNvPr>
          <p:cNvSpPr txBox="1"/>
          <p:nvPr/>
        </p:nvSpPr>
        <p:spPr>
          <a:xfrm>
            <a:off x="9763200" y="2525176"/>
            <a:ext cx="18288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60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training</a:t>
            </a:r>
          </a:p>
          <a:p>
            <a:pPr algn="ctr"/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model updates its parameters from patterns in the data</a:t>
            </a:r>
            <a:endParaRPr lang="en-GB" sz="1200" dirty="0"/>
          </a:p>
        </p:txBody>
      </p:sp>
      <p:sp>
        <p:nvSpPr>
          <p:cNvPr id="120" name="Arrow: Right 119">
            <a:extLst>
              <a:ext uri="{FF2B5EF4-FFF2-40B4-BE49-F238E27FC236}">
                <a16:creationId xmlns:a16="http://schemas.microsoft.com/office/drawing/2014/main" id="{E8FA08E9-0C74-46D1-9F99-765B18FD521F}"/>
              </a:ext>
            </a:extLst>
          </p:cNvPr>
          <p:cNvSpPr/>
          <p:nvPr/>
        </p:nvSpPr>
        <p:spPr>
          <a:xfrm>
            <a:off x="9345334" y="2209621"/>
            <a:ext cx="542789" cy="142808"/>
          </a:xfrm>
          <a:prstGeom prst="rightArrow">
            <a:avLst/>
          </a:prstGeom>
          <a:solidFill>
            <a:schemeClr val="tx1"/>
          </a:solidFill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C51EDD18-953B-4006-A165-365C07E85FB5}"/>
              </a:ext>
            </a:extLst>
          </p:cNvPr>
          <p:cNvSpPr txBox="1"/>
          <p:nvPr/>
        </p:nvSpPr>
        <p:spPr>
          <a:xfrm>
            <a:off x="7711685" y="2507932"/>
            <a:ext cx="1828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“Training” data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e.g., 80% of your words</a:t>
            </a:r>
            <a:endParaRPr lang="en-GB" sz="1200" dirty="0"/>
          </a:p>
        </p:txBody>
      </p:sp>
      <p:pic>
        <p:nvPicPr>
          <p:cNvPr id="122" name="Picture 6">
            <a:extLst>
              <a:ext uri="{FF2B5EF4-FFF2-40B4-BE49-F238E27FC236}">
                <a16:creationId xmlns:a16="http://schemas.microsoft.com/office/drawing/2014/main" id="{1E44923E-F977-4B42-A341-ECEE46E09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4387" y="1889964"/>
            <a:ext cx="639315" cy="639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3" name="Connector: Elbow 122">
            <a:extLst>
              <a:ext uri="{FF2B5EF4-FFF2-40B4-BE49-F238E27FC236}">
                <a16:creationId xmlns:a16="http://schemas.microsoft.com/office/drawing/2014/main" id="{15676E70-E8F7-4C6D-8170-BA51DCE23404}"/>
              </a:ext>
            </a:extLst>
          </p:cNvPr>
          <p:cNvCxnSpPr>
            <a:cxnSpLocks/>
            <a:stCxn id="119" idx="2"/>
          </p:cNvCxnSpPr>
          <p:nvPr/>
        </p:nvCxnSpPr>
        <p:spPr>
          <a:xfrm rot="5400000">
            <a:off x="9722076" y="2952534"/>
            <a:ext cx="490330" cy="1420718"/>
          </a:xfrm>
          <a:prstGeom prst="bentConnector2">
            <a:avLst/>
          </a:prstGeom>
          <a:ln w="76200"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5F3E6AA6-7E2E-4739-99E5-16A15DAFA796}"/>
              </a:ext>
            </a:extLst>
          </p:cNvPr>
          <p:cNvSpPr txBox="1"/>
          <p:nvPr/>
        </p:nvSpPr>
        <p:spPr>
          <a:xfrm>
            <a:off x="7711685" y="4250082"/>
            <a:ext cx="1828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“Validation” data</a:t>
            </a:r>
          </a:p>
          <a:p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e.g., 20% of your words</a:t>
            </a:r>
            <a:endParaRPr lang="en-GB" sz="1200" dirty="0"/>
          </a:p>
          <a:p>
            <a:endParaRPr lang="en-GB" sz="1600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F34D955D-326B-4922-8534-C6CAD6D99DF9}"/>
              </a:ext>
            </a:extLst>
          </p:cNvPr>
          <p:cNvSpPr txBox="1"/>
          <p:nvPr/>
        </p:nvSpPr>
        <p:spPr>
          <a:xfrm>
            <a:off x="8061530" y="4870340"/>
            <a:ext cx="3653186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Some important </a:t>
            </a:r>
            <a:r>
              <a:rPr lang="en-GB" sz="18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limitations</a:t>
            </a:r>
            <a:r>
              <a:rPr lang="en-GB" sz="1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285750" indent="-285750" algn="l">
              <a:buFontTx/>
              <a:buChar char="-"/>
            </a:pP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Tons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manually annotated data</a:t>
            </a:r>
          </a:p>
          <a:p>
            <a:pPr marL="285750" indent="-285750" algn="l">
              <a:buFontTx/>
              <a:buChar char="-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Specific and relatively simple classification tasks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74E116E4-8E0E-44A3-818F-85A55C5BAC6E}"/>
              </a:ext>
            </a:extLst>
          </p:cNvPr>
          <p:cNvSpPr txBox="1"/>
          <p:nvPr/>
        </p:nvSpPr>
        <p:spPr>
          <a:xfrm>
            <a:off x="6082093" y="5542078"/>
            <a:ext cx="207372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models usually outperform dictionary methods in classifying</a:t>
            </a: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D3C993EC-105E-496E-A9B0-8893512ECC64}"/>
              </a:ext>
            </a:extLst>
          </p:cNvPr>
          <p:cNvSpPr txBox="1"/>
          <p:nvPr/>
        </p:nvSpPr>
        <p:spPr>
          <a:xfrm>
            <a:off x="9271870" y="1117180"/>
            <a:ext cx="1409390" cy="261610"/>
          </a:xfrm>
          <a:custGeom>
            <a:avLst/>
            <a:gdLst>
              <a:gd name="connsiteX0" fmla="*/ 0 w 1409390"/>
              <a:gd name="connsiteY0" fmla="*/ 0 h 261610"/>
              <a:gd name="connsiteX1" fmla="*/ 469797 w 1409390"/>
              <a:gd name="connsiteY1" fmla="*/ 0 h 261610"/>
              <a:gd name="connsiteX2" fmla="*/ 897312 w 1409390"/>
              <a:gd name="connsiteY2" fmla="*/ 0 h 261610"/>
              <a:gd name="connsiteX3" fmla="*/ 1409390 w 1409390"/>
              <a:gd name="connsiteY3" fmla="*/ 0 h 261610"/>
              <a:gd name="connsiteX4" fmla="*/ 1409390 w 1409390"/>
              <a:gd name="connsiteY4" fmla="*/ 261610 h 261610"/>
              <a:gd name="connsiteX5" fmla="*/ 939593 w 1409390"/>
              <a:gd name="connsiteY5" fmla="*/ 261610 h 261610"/>
              <a:gd name="connsiteX6" fmla="*/ 483891 w 1409390"/>
              <a:gd name="connsiteY6" fmla="*/ 261610 h 261610"/>
              <a:gd name="connsiteX7" fmla="*/ 0 w 1409390"/>
              <a:gd name="connsiteY7" fmla="*/ 261610 h 261610"/>
              <a:gd name="connsiteX8" fmla="*/ 0 w 1409390"/>
              <a:gd name="connsiteY8" fmla="*/ 0 h 261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09390" h="261610" extrusionOk="0">
                <a:moveTo>
                  <a:pt x="0" y="0"/>
                </a:moveTo>
                <a:cubicBezTo>
                  <a:pt x="160024" y="-21215"/>
                  <a:pt x="248629" y="44398"/>
                  <a:pt x="469797" y="0"/>
                </a:cubicBezTo>
                <a:cubicBezTo>
                  <a:pt x="690965" y="-44398"/>
                  <a:pt x="711027" y="46649"/>
                  <a:pt x="897312" y="0"/>
                </a:cubicBezTo>
                <a:cubicBezTo>
                  <a:pt x="1083597" y="-46649"/>
                  <a:pt x="1233862" y="25433"/>
                  <a:pt x="1409390" y="0"/>
                </a:cubicBezTo>
                <a:cubicBezTo>
                  <a:pt x="1437579" y="58843"/>
                  <a:pt x="1389071" y="167623"/>
                  <a:pt x="1409390" y="261610"/>
                </a:cubicBezTo>
                <a:cubicBezTo>
                  <a:pt x="1258578" y="293733"/>
                  <a:pt x="1156619" y="239228"/>
                  <a:pt x="939593" y="261610"/>
                </a:cubicBezTo>
                <a:cubicBezTo>
                  <a:pt x="722567" y="283992"/>
                  <a:pt x="710883" y="214750"/>
                  <a:pt x="483891" y="261610"/>
                </a:cubicBezTo>
                <a:cubicBezTo>
                  <a:pt x="256899" y="308470"/>
                  <a:pt x="196870" y="219890"/>
                  <a:pt x="0" y="261610"/>
                </a:cubicBezTo>
                <a:cubicBezTo>
                  <a:pt x="-27667" y="166278"/>
                  <a:pt x="8410" y="74769"/>
                  <a:pt x="0" y="0"/>
                </a:cubicBezTo>
                <a:close/>
              </a:path>
            </a:pathLst>
          </a:custGeom>
          <a:noFill/>
          <a:ln w="38100">
            <a:solidFill>
              <a:srgbClr val="E6AF00"/>
            </a:solidFill>
            <a:extLst>
              <a:ext uri="{C807C97D-BFC1-408E-A445-0C87EB9F89A2}">
                <ask:lineSketchStyleProps xmlns:ask="http://schemas.microsoft.com/office/drawing/2018/sketchyshapes" sd="373667371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sz="1100" dirty="0">
                <a:solidFill>
                  <a:schemeClr val="bg1"/>
                </a:solidFill>
              </a:rPr>
              <a:t>Known</a:t>
            </a:r>
            <a:r>
              <a:rPr sz="1100" dirty="0">
                <a:solidFill>
                  <a:schemeClr val="bg1"/>
                </a:solidFill>
              </a:rPr>
              <a:t> Categories</a:t>
            </a:r>
          </a:p>
        </p:txBody>
      </p:sp>
    </p:spTree>
    <p:extLst>
      <p:ext uri="{BB962C8B-B14F-4D97-AF65-F5344CB8AC3E}">
        <p14:creationId xmlns:p14="http://schemas.microsoft.com/office/powerpoint/2010/main" val="1759034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 animBg="1"/>
      <p:bldP spid="106" grpId="0"/>
      <p:bldP spid="110" grpId="0"/>
      <p:bldP spid="115" grpId="0" animBg="1"/>
      <p:bldP spid="118" grpId="0" animBg="1"/>
      <p:bldP spid="119" grpId="0"/>
      <p:bldP spid="120" grpId="0" animBg="1"/>
      <p:bldP spid="121" grpId="0"/>
      <p:bldP spid="124" grpId="0"/>
      <p:bldP spid="125" grpId="0"/>
      <p:bldP spid="12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2">
            <a:extLst>
              <a:ext uri="{FF2B5EF4-FFF2-40B4-BE49-F238E27FC236}">
                <a16:creationId xmlns:a16="http://schemas.microsoft.com/office/drawing/2014/main" id="{7DB96C5D-71A2-4BAB-AA7B-49AC322BFE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895" y="1689419"/>
            <a:ext cx="1014100" cy="592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9" name="Google Shape;609;g355bcd029af_0_49"/>
          <p:cNvSpPr txBox="1">
            <a:spLocks noGrp="1"/>
          </p:cNvSpPr>
          <p:nvPr>
            <p:ph type="title"/>
          </p:nvPr>
        </p:nvSpPr>
        <p:spPr>
          <a:xfrm>
            <a:off x="482600" y="145740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dirty="0"/>
              <a:t>Destination: Large Language Models</a:t>
            </a:r>
            <a:br>
              <a:rPr lang="en-GB" sz="3600" dirty="0"/>
            </a:br>
            <a:endParaRPr sz="36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7FA7225-F523-4ADD-8DF3-D9288CA9313E}"/>
              </a:ext>
            </a:extLst>
          </p:cNvPr>
          <p:cNvSpPr txBox="1"/>
          <p:nvPr/>
        </p:nvSpPr>
        <p:spPr>
          <a:xfrm>
            <a:off x="3639629" y="1806228"/>
            <a:ext cx="1828800" cy="307777"/>
          </a:xfrm>
          <a:custGeom>
            <a:avLst/>
            <a:gdLst>
              <a:gd name="connsiteX0" fmla="*/ 0 w 1828800"/>
              <a:gd name="connsiteY0" fmla="*/ 0 h 307777"/>
              <a:gd name="connsiteX1" fmla="*/ 627888 w 1828800"/>
              <a:gd name="connsiteY1" fmla="*/ 0 h 307777"/>
              <a:gd name="connsiteX2" fmla="*/ 1274064 w 1828800"/>
              <a:gd name="connsiteY2" fmla="*/ 0 h 307777"/>
              <a:gd name="connsiteX3" fmla="*/ 1828800 w 1828800"/>
              <a:gd name="connsiteY3" fmla="*/ 0 h 307777"/>
              <a:gd name="connsiteX4" fmla="*/ 1828800 w 1828800"/>
              <a:gd name="connsiteY4" fmla="*/ 307777 h 307777"/>
              <a:gd name="connsiteX5" fmla="*/ 1255776 w 1828800"/>
              <a:gd name="connsiteY5" fmla="*/ 307777 h 307777"/>
              <a:gd name="connsiteX6" fmla="*/ 627888 w 1828800"/>
              <a:gd name="connsiteY6" fmla="*/ 307777 h 307777"/>
              <a:gd name="connsiteX7" fmla="*/ 0 w 1828800"/>
              <a:gd name="connsiteY7" fmla="*/ 307777 h 307777"/>
              <a:gd name="connsiteX8" fmla="*/ 0 w 1828800"/>
              <a:gd name="connsiteY8" fmla="*/ 0 h 307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28800" h="307777" fill="none" extrusionOk="0">
                <a:moveTo>
                  <a:pt x="0" y="0"/>
                </a:moveTo>
                <a:cubicBezTo>
                  <a:pt x="188433" y="8192"/>
                  <a:pt x="344586" y="-13061"/>
                  <a:pt x="627888" y="0"/>
                </a:cubicBezTo>
                <a:cubicBezTo>
                  <a:pt x="911190" y="13061"/>
                  <a:pt x="1137807" y="-27158"/>
                  <a:pt x="1274064" y="0"/>
                </a:cubicBezTo>
                <a:cubicBezTo>
                  <a:pt x="1410321" y="27158"/>
                  <a:pt x="1611768" y="-15286"/>
                  <a:pt x="1828800" y="0"/>
                </a:cubicBezTo>
                <a:cubicBezTo>
                  <a:pt x="1824153" y="92866"/>
                  <a:pt x="1833776" y="205480"/>
                  <a:pt x="1828800" y="307777"/>
                </a:cubicBezTo>
                <a:cubicBezTo>
                  <a:pt x="1550206" y="288850"/>
                  <a:pt x="1438957" y="307975"/>
                  <a:pt x="1255776" y="307777"/>
                </a:cubicBezTo>
                <a:cubicBezTo>
                  <a:pt x="1072595" y="307579"/>
                  <a:pt x="928900" y="306682"/>
                  <a:pt x="627888" y="307777"/>
                </a:cubicBezTo>
                <a:cubicBezTo>
                  <a:pt x="326876" y="308872"/>
                  <a:pt x="206912" y="328640"/>
                  <a:pt x="0" y="307777"/>
                </a:cubicBezTo>
                <a:cubicBezTo>
                  <a:pt x="13545" y="218345"/>
                  <a:pt x="-2371" y="131080"/>
                  <a:pt x="0" y="0"/>
                </a:cubicBezTo>
                <a:close/>
              </a:path>
              <a:path w="1828800" h="307777" stroke="0" extrusionOk="0">
                <a:moveTo>
                  <a:pt x="0" y="0"/>
                </a:moveTo>
                <a:cubicBezTo>
                  <a:pt x="258124" y="-18461"/>
                  <a:pt x="398936" y="14598"/>
                  <a:pt x="554736" y="0"/>
                </a:cubicBezTo>
                <a:cubicBezTo>
                  <a:pt x="710536" y="-14598"/>
                  <a:pt x="885300" y="-19810"/>
                  <a:pt x="1127760" y="0"/>
                </a:cubicBezTo>
                <a:cubicBezTo>
                  <a:pt x="1370220" y="19810"/>
                  <a:pt x="1513227" y="-23801"/>
                  <a:pt x="1828800" y="0"/>
                </a:cubicBezTo>
                <a:cubicBezTo>
                  <a:pt x="1831733" y="86923"/>
                  <a:pt x="1814952" y="245690"/>
                  <a:pt x="1828800" y="307777"/>
                </a:cubicBezTo>
                <a:cubicBezTo>
                  <a:pt x="1554701" y="302082"/>
                  <a:pt x="1476520" y="286338"/>
                  <a:pt x="1255776" y="307777"/>
                </a:cubicBezTo>
                <a:cubicBezTo>
                  <a:pt x="1035032" y="329216"/>
                  <a:pt x="862218" y="284772"/>
                  <a:pt x="682752" y="307777"/>
                </a:cubicBezTo>
                <a:cubicBezTo>
                  <a:pt x="503286" y="330782"/>
                  <a:pt x="232319" y="324445"/>
                  <a:pt x="0" y="307777"/>
                </a:cubicBezTo>
                <a:cubicBezTo>
                  <a:pt x="-6542" y="243844"/>
                  <a:pt x="-2795" y="84774"/>
                  <a:pt x="0" y="0"/>
                </a:cubicBezTo>
                <a:close/>
              </a:path>
            </a:pathLst>
          </a:custGeom>
          <a:solidFill>
            <a:schemeClr val="tx2"/>
          </a:solidFill>
          <a:ln>
            <a:solidFill>
              <a:schemeClr val="tx1">
                <a:lumMod val="50000"/>
                <a:lumOff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383692343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de-DE"/>
            </a:defPPr>
            <a:lvl1pPr algn="ctr">
              <a:defRPr b="1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dirty="0" err="1"/>
              <a:t>Preprocessing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8709405-9875-4DA8-A547-8FDB75E95FE8}"/>
              </a:ext>
            </a:extLst>
          </p:cNvPr>
          <p:cNvSpPr txBox="1"/>
          <p:nvPr/>
        </p:nvSpPr>
        <p:spPr>
          <a:xfrm>
            <a:off x="3125454" y="2935585"/>
            <a:ext cx="1828800" cy="307777"/>
          </a:xfrm>
          <a:custGeom>
            <a:avLst/>
            <a:gdLst>
              <a:gd name="connsiteX0" fmla="*/ 0 w 1828800"/>
              <a:gd name="connsiteY0" fmla="*/ 0 h 307777"/>
              <a:gd name="connsiteX1" fmla="*/ 554736 w 1828800"/>
              <a:gd name="connsiteY1" fmla="*/ 0 h 307777"/>
              <a:gd name="connsiteX2" fmla="*/ 1182624 w 1828800"/>
              <a:gd name="connsiteY2" fmla="*/ 0 h 307777"/>
              <a:gd name="connsiteX3" fmla="*/ 1828800 w 1828800"/>
              <a:gd name="connsiteY3" fmla="*/ 0 h 307777"/>
              <a:gd name="connsiteX4" fmla="*/ 1828800 w 1828800"/>
              <a:gd name="connsiteY4" fmla="*/ 307777 h 307777"/>
              <a:gd name="connsiteX5" fmla="*/ 1237488 w 1828800"/>
              <a:gd name="connsiteY5" fmla="*/ 307777 h 307777"/>
              <a:gd name="connsiteX6" fmla="*/ 627888 w 1828800"/>
              <a:gd name="connsiteY6" fmla="*/ 307777 h 307777"/>
              <a:gd name="connsiteX7" fmla="*/ 0 w 1828800"/>
              <a:gd name="connsiteY7" fmla="*/ 307777 h 307777"/>
              <a:gd name="connsiteX8" fmla="*/ 0 w 1828800"/>
              <a:gd name="connsiteY8" fmla="*/ 0 h 307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28800" h="307777" fill="none" extrusionOk="0">
                <a:moveTo>
                  <a:pt x="0" y="0"/>
                </a:moveTo>
                <a:cubicBezTo>
                  <a:pt x="135934" y="15867"/>
                  <a:pt x="403382" y="-9020"/>
                  <a:pt x="554736" y="0"/>
                </a:cubicBezTo>
                <a:cubicBezTo>
                  <a:pt x="706090" y="9020"/>
                  <a:pt x="1025276" y="20381"/>
                  <a:pt x="1182624" y="0"/>
                </a:cubicBezTo>
                <a:cubicBezTo>
                  <a:pt x="1339972" y="-20381"/>
                  <a:pt x="1672977" y="4566"/>
                  <a:pt x="1828800" y="0"/>
                </a:cubicBezTo>
                <a:cubicBezTo>
                  <a:pt x="1817407" y="78776"/>
                  <a:pt x="1813497" y="212241"/>
                  <a:pt x="1828800" y="307777"/>
                </a:cubicBezTo>
                <a:cubicBezTo>
                  <a:pt x="1592106" y="296872"/>
                  <a:pt x="1527175" y="331531"/>
                  <a:pt x="1237488" y="307777"/>
                </a:cubicBezTo>
                <a:cubicBezTo>
                  <a:pt x="947801" y="284023"/>
                  <a:pt x="910278" y="323251"/>
                  <a:pt x="627888" y="307777"/>
                </a:cubicBezTo>
                <a:cubicBezTo>
                  <a:pt x="345498" y="292303"/>
                  <a:pt x="215322" y="282748"/>
                  <a:pt x="0" y="307777"/>
                </a:cubicBezTo>
                <a:cubicBezTo>
                  <a:pt x="5418" y="232412"/>
                  <a:pt x="-4908" y="96001"/>
                  <a:pt x="0" y="0"/>
                </a:cubicBezTo>
                <a:close/>
              </a:path>
              <a:path w="1828800" h="307777" stroke="0" extrusionOk="0">
                <a:moveTo>
                  <a:pt x="0" y="0"/>
                </a:moveTo>
                <a:cubicBezTo>
                  <a:pt x="182966" y="-21347"/>
                  <a:pt x="464996" y="29335"/>
                  <a:pt x="646176" y="0"/>
                </a:cubicBezTo>
                <a:cubicBezTo>
                  <a:pt x="827356" y="-29335"/>
                  <a:pt x="969908" y="1060"/>
                  <a:pt x="1274064" y="0"/>
                </a:cubicBezTo>
                <a:cubicBezTo>
                  <a:pt x="1578220" y="-1060"/>
                  <a:pt x="1590003" y="25910"/>
                  <a:pt x="1828800" y="0"/>
                </a:cubicBezTo>
                <a:cubicBezTo>
                  <a:pt x="1840049" y="105982"/>
                  <a:pt x="1839821" y="160254"/>
                  <a:pt x="1828800" y="307777"/>
                </a:cubicBezTo>
                <a:cubicBezTo>
                  <a:pt x="1540375" y="295148"/>
                  <a:pt x="1429852" y="314006"/>
                  <a:pt x="1182624" y="307777"/>
                </a:cubicBezTo>
                <a:cubicBezTo>
                  <a:pt x="935396" y="301548"/>
                  <a:pt x="805396" y="325988"/>
                  <a:pt x="627888" y="307777"/>
                </a:cubicBezTo>
                <a:cubicBezTo>
                  <a:pt x="450380" y="289566"/>
                  <a:pt x="305580" y="308932"/>
                  <a:pt x="0" y="307777"/>
                </a:cubicBezTo>
                <a:cubicBezTo>
                  <a:pt x="13200" y="183928"/>
                  <a:pt x="-8984" y="128294"/>
                  <a:pt x="0" y="0"/>
                </a:cubicBezTo>
                <a:close/>
              </a:path>
            </a:pathLst>
          </a:custGeom>
          <a:solidFill>
            <a:srgbClr val="E6AF00"/>
          </a:solidFill>
          <a:ln w="28575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83223180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de-DE"/>
            </a:defPPr>
            <a:lvl1pPr algn="ctr">
              <a:defRPr b="1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dirty="0">
                <a:solidFill>
                  <a:schemeClr val="bg1"/>
                </a:solidFill>
              </a:rPr>
              <a:t>Classification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928432F-90E4-4DC7-8599-B47D999B7EF2}"/>
              </a:ext>
            </a:extLst>
          </p:cNvPr>
          <p:cNvSpPr txBox="1"/>
          <p:nvPr/>
        </p:nvSpPr>
        <p:spPr>
          <a:xfrm>
            <a:off x="1614506" y="3746982"/>
            <a:ext cx="2218426" cy="338554"/>
          </a:xfrm>
          <a:custGeom>
            <a:avLst/>
            <a:gdLst>
              <a:gd name="connsiteX0" fmla="*/ 0 w 2218426"/>
              <a:gd name="connsiteY0" fmla="*/ 0 h 338554"/>
              <a:gd name="connsiteX1" fmla="*/ 510238 w 2218426"/>
              <a:gd name="connsiteY1" fmla="*/ 0 h 338554"/>
              <a:gd name="connsiteX2" fmla="*/ 1109213 w 2218426"/>
              <a:gd name="connsiteY2" fmla="*/ 0 h 338554"/>
              <a:gd name="connsiteX3" fmla="*/ 1708188 w 2218426"/>
              <a:gd name="connsiteY3" fmla="*/ 0 h 338554"/>
              <a:gd name="connsiteX4" fmla="*/ 2218426 w 2218426"/>
              <a:gd name="connsiteY4" fmla="*/ 0 h 338554"/>
              <a:gd name="connsiteX5" fmla="*/ 2218426 w 2218426"/>
              <a:gd name="connsiteY5" fmla="*/ 338554 h 338554"/>
              <a:gd name="connsiteX6" fmla="*/ 1708188 w 2218426"/>
              <a:gd name="connsiteY6" fmla="*/ 338554 h 338554"/>
              <a:gd name="connsiteX7" fmla="*/ 1175766 w 2218426"/>
              <a:gd name="connsiteY7" fmla="*/ 338554 h 338554"/>
              <a:gd name="connsiteX8" fmla="*/ 621159 w 2218426"/>
              <a:gd name="connsiteY8" fmla="*/ 338554 h 338554"/>
              <a:gd name="connsiteX9" fmla="*/ 0 w 2218426"/>
              <a:gd name="connsiteY9" fmla="*/ 338554 h 338554"/>
              <a:gd name="connsiteX10" fmla="*/ 0 w 2218426"/>
              <a:gd name="connsiteY10" fmla="*/ 0 h 338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18426" h="338554" extrusionOk="0">
                <a:moveTo>
                  <a:pt x="0" y="0"/>
                </a:moveTo>
                <a:cubicBezTo>
                  <a:pt x="125348" y="-15840"/>
                  <a:pt x="394878" y="29909"/>
                  <a:pt x="510238" y="0"/>
                </a:cubicBezTo>
                <a:cubicBezTo>
                  <a:pt x="625598" y="-29909"/>
                  <a:pt x="912291" y="46245"/>
                  <a:pt x="1109213" y="0"/>
                </a:cubicBezTo>
                <a:cubicBezTo>
                  <a:pt x="1306136" y="-46245"/>
                  <a:pt x="1559608" y="38457"/>
                  <a:pt x="1708188" y="0"/>
                </a:cubicBezTo>
                <a:cubicBezTo>
                  <a:pt x="1856769" y="-38457"/>
                  <a:pt x="2048524" y="39746"/>
                  <a:pt x="2218426" y="0"/>
                </a:cubicBezTo>
                <a:cubicBezTo>
                  <a:pt x="2222529" y="165101"/>
                  <a:pt x="2195803" y="251639"/>
                  <a:pt x="2218426" y="338554"/>
                </a:cubicBezTo>
                <a:cubicBezTo>
                  <a:pt x="2061865" y="384832"/>
                  <a:pt x="1920234" y="312054"/>
                  <a:pt x="1708188" y="338554"/>
                </a:cubicBezTo>
                <a:cubicBezTo>
                  <a:pt x="1496142" y="365054"/>
                  <a:pt x="1422820" y="285900"/>
                  <a:pt x="1175766" y="338554"/>
                </a:cubicBezTo>
                <a:cubicBezTo>
                  <a:pt x="928712" y="391208"/>
                  <a:pt x="861320" y="301076"/>
                  <a:pt x="621159" y="338554"/>
                </a:cubicBezTo>
                <a:cubicBezTo>
                  <a:pt x="380998" y="376032"/>
                  <a:pt x="130056" y="295022"/>
                  <a:pt x="0" y="338554"/>
                </a:cubicBezTo>
                <a:cubicBezTo>
                  <a:pt x="-35821" y="200341"/>
                  <a:pt x="39719" y="128243"/>
                  <a:pt x="0" y="0"/>
                </a:cubicBezTo>
                <a:close/>
              </a:path>
            </a:pathLst>
          </a:custGeom>
          <a:noFill/>
          <a:ln w="38100">
            <a:solidFill>
              <a:srgbClr val="E6AF00"/>
            </a:solidFill>
            <a:extLst>
              <a:ext uri="{C807C97D-BFC1-408E-A445-0C87EB9F89A2}">
                <ask:lineSketchStyleProps xmlns:ask="http://schemas.microsoft.com/office/drawing/2018/sketchyshapes" sd="19591507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 b="1"/>
            </a:lvl1pPr>
          </a:lstStyle>
          <a:p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Known Categories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0F61043-3285-4D65-86F3-699A9D16F9D7}"/>
              </a:ext>
            </a:extLst>
          </p:cNvPr>
          <p:cNvSpPr txBox="1"/>
          <p:nvPr/>
        </p:nvSpPr>
        <p:spPr>
          <a:xfrm>
            <a:off x="8359206" y="2935585"/>
            <a:ext cx="1828800" cy="307777"/>
          </a:xfrm>
          <a:custGeom>
            <a:avLst/>
            <a:gdLst>
              <a:gd name="connsiteX0" fmla="*/ 0 w 1828800"/>
              <a:gd name="connsiteY0" fmla="*/ 0 h 307777"/>
              <a:gd name="connsiteX1" fmla="*/ 609600 w 1828800"/>
              <a:gd name="connsiteY1" fmla="*/ 0 h 307777"/>
              <a:gd name="connsiteX2" fmla="*/ 1164336 w 1828800"/>
              <a:gd name="connsiteY2" fmla="*/ 0 h 307777"/>
              <a:gd name="connsiteX3" fmla="*/ 1828800 w 1828800"/>
              <a:gd name="connsiteY3" fmla="*/ 0 h 307777"/>
              <a:gd name="connsiteX4" fmla="*/ 1828800 w 1828800"/>
              <a:gd name="connsiteY4" fmla="*/ 307777 h 307777"/>
              <a:gd name="connsiteX5" fmla="*/ 1182624 w 1828800"/>
              <a:gd name="connsiteY5" fmla="*/ 307777 h 307777"/>
              <a:gd name="connsiteX6" fmla="*/ 536448 w 1828800"/>
              <a:gd name="connsiteY6" fmla="*/ 307777 h 307777"/>
              <a:gd name="connsiteX7" fmla="*/ 0 w 1828800"/>
              <a:gd name="connsiteY7" fmla="*/ 307777 h 307777"/>
              <a:gd name="connsiteX8" fmla="*/ 0 w 1828800"/>
              <a:gd name="connsiteY8" fmla="*/ 0 h 307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28800" h="307777" fill="none" extrusionOk="0">
                <a:moveTo>
                  <a:pt x="0" y="0"/>
                </a:moveTo>
                <a:cubicBezTo>
                  <a:pt x="171028" y="7279"/>
                  <a:pt x="404452" y="-21320"/>
                  <a:pt x="609600" y="0"/>
                </a:cubicBezTo>
                <a:cubicBezTo>
                  <a:pt x="814748" y="21320"/>
                  <a:pt x="948218" y="8707"/>
                  <a:pt x="1164336" y="0"/>
                </a:cubicBezTo>
                <a:cubicBezTo>
                  <a:pt x="1380454" y="-8707"/>
                  <a:pt x="1532918" y="21371"/>
                  <a:pt x="1828800" y="0"/>
                </a:cubicBezTo>
                <a:cubicBezTo>
                  <a:pt x="1843227" y="126816"/>
                  <a:pt x="1833638" y="187290"/>
                  <a:pt x="1828800" y="307777"/>
                </a:cubicBezTo>
                <a:cubicBezTo>
                  <a:pt x="1520176" y="300708"/>
                  <a:pt x="1390106" y="280066"/>
                  <a:pt x="1182624" y="307777"/>
                </a:cubicBezTo>
                <a:cubicBezTo>
                  <a:pt x="975142" y="335488"/>
                  <a:pt x="787796" y="334013"/>
                  <a:pt x="536448" y="307777"/>
                </a:cubicBezTo>
                <a:cubicBezTo>
                  <a:pt x="285100" y="281541"/>
                  <a:pt x="127026" y="303981"/>
                  <a:pt x="0" y="307777"/>
                </a:cubicBezTo>
                <a:cubicBezTo>
                  <a:pt x="-9071" y="176708"/>
                  <a:pt x="8229" y="128170"/>
                  <a:pt x="0" y="0"/>
                </a:cubicBezTo>
                <a:close/>
              </a:path>
              <a:path w="1828800" h="307777" stroke="0" extrusionOk="0">
                <a:moveTo>
                  <a:pt x="0" y="0"/>
                </a:moveTo>
                <a:cubicBezTo>
                  <a:pt x="223666" y="-9028"/>
                  <a:pt x="436638" y="11946"/>
                  <a:pt x="591312" y="0"/>
                </a:cubicBezTo>
                <a:cubicBezTo>
                  <a:pt x="745986" y="-11946"/>
                  <a:pt x="1021983" y="10638"/>
                  <a:pt x="1219200" y="0"/>
                </a:cubicBezTo>
                <a:cubicBezTo>
                  <a:pt x="1416417" y="-10638"/>
                  <a:pt x="1528771" y="13439"/>
                  <a:pt x="1828800" y="0"/>
                </a:cubicBezTo>
                <a:cubicBezTo>
                  <a:pt x="1838632" y="139411"/>
                  <a:pt x="1817494" y="225341"/>
                  <a:pt x="1828800" y="307777"/>
                </a:cubicBezTo>
                <a:cubicBezTo>
                  <a:pt x="1582355" y="302742"/>
                  <a:pt x="1379343" y="327148"/>
                  <a:pt x="1182624" y="307777"/>
                </a:cubicBezTo>
                <a:cubicBezTo>
                  <a:pt x="985905" y="288406"/>
                  <a:pt x="846729" y="317190"/>
                  <a:pt x="591312" y="307777"/>
                </a:cubicBezTo>
                <a:cubicBezTo>
                  <a:pt x="335895" y="298364"/>
                  <a:pt x="287221" y="310959"/>
                  <a:pt x="0" y="307777"/>
                </a:cubicBezTo>
                <a:cubicBezTo>
                  <a:pt x="3227" y="222000"/>
                  <a:pt x="14135" y="93123"/>
                  <a:pt x="0" y="0"/>
                </a:cubicBezTo>
                <a:close/>
              </a:path>
            </a:pathLst>
          </a:custGeom>
          <a:solidFill>
            <a:schemeClr val="tx2"/>
          </a:solidFill>
          <a:ln>
            <a:solidFill>
              <a:schemeClr val="tx1">
                <a:lumMod val="50000"/>
                <a:lumOff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27250565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de-DE"/>
            </a:defPPr>
            <a:lvl1pPr algn="ctr">
              <a:defRPr b="1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dirty="0"/>
              <a:t>Scaling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DB2A957-C869-4686-8825-C0E439B3FC53}"/>
              </a:ext>
            </a:extLst>
          </p:cNvPr>
          <p:cNvSpPr txBox="1"/>
          <p:nvPr/>
        </p:nvSpPr>
        <p:spPr>
          <a:xfrm>
            <a:off x="9763200" y="4368953"/>
            <a:ext cx="1828800" cy="338554"/>
          </a:xfrm>
          <a:custGeom>
            <a:avLst/>
            <a:gdLst>
              <a:gd name="connsiteX0" fmla="*/ 0 w 1828800"/>
              <a:gd name="connsiteY0" fmla="*/ 0 h 338554"/>
              <a:gd name="connsiteX1" fmla="*/ 493776 w 1828800"/>
              <a:gd name="connsiteY1" fmla="*/ 0 h 338554"/>
              <a:gd name="connsiteX2" fmla="*/ 969264 w 1828800"/>
              <a:gd name="connsiteY2" fmla="*/ 0 h 338554"/>
              <a:gd name="connsiteX3" fmla="*/ 1371600 w 1828800"/>
              <a:gd name="connsiteY3" fmla="*/ 0 h 338554"/>
              <a:gd name="connsiteX4" fmla="*/ 1828800 w 1828800"/>
              <a:gd name="connsiteY4" fmla="*/ 0 h 338554"/>
              <a:gd name="connsiteX5" fmla="*/ 1828800 w 1828800"/>
              <a:gd name="connsiteY5" fmla="*/ 338554 h 338554"/>
              <a:gd name="connsiteX6" fmla="*/ 1426464 w 1828800"/>
              <a:gd name="connsiteY6" fmla="*/ 338554 h 338554"/>
              <a:gd name="connsiteX7" fmla="*/ 987552 w 1828800"/>
              <a:gd name="connsiteY7" fmla="*/ 338554 h 338554"/>
              <a:gd name="connsiteX8" fmla="*/ 585216 w 1828800"/>
              <a:gd name="connsiteY8" fmla="*/ 338554 h 338554"/>
              <a:gd name="connsiteX9" fmla="*/ 0 w 1828800"/>
              <a:gd name="connsiteY9" fmla="*/ 338554 h 338554"/>
              <a:gd name="connsiteX10" fmla="*/ 0 w 1828800"/>
              <a:gd name="connsiteY10" fmla="*/ 0 h 338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828800" h="338554" fill="none" extrusionOk="0">
                <a:moveTo>
                  <a:pt x="0" y="0"/>
                </a:moveTo>
                <a:cubicBezTo>
                  <a:pt x="141706" y="-58058"/>
                  <a:pt x="338272" y="40838"/>
                  <a:pt x="493776" y="0"/>
                </a:cubicBezTo>
                <a:cubicBezTo>
                  <a:pt x="649280" y="-40838"/>
                  <a:pt x="848976" y="37814"/>
                  <a:pt x="969264" y="0"/>
                </a:cubicBezTo>
                <a:cubicBezTo>
                  <a:pt x="1089552" y="-37814"/>
                  <a:pt x="1257522" y="1568"/>
                  <a:pt x="1371600" y="0"/>
                </a:cubicBezTo>
                <a:cubicBezTo>
                  <a:pt x="1485678" y="-1568"/>
                  <a:pt x="1715244" y="35321"/>
                  <a:pt x="1828800" y="0"/>
                </a:cubicBezTo>
                <a:cubicBezTo>
                  <a:pt x="1848516" y="81081"/>
                  <a:pt x="1825714" y="173069"/>
                  <a:pt x="1828800" y="338554"/>
                </a:cubicBezTo>
                <a:cubicBezTo>
                  <a:pt x="1745924" y="353002"/>
                  <a:pt x="1521159" y="295022"/>
                  <a:pt x="1426464" y="338554"/>
                </a:cubicBezTo>
                <a:cubicBezTo>
                  <a:pt x="1331769" y="382086"/>
                  <a:pt x="1145846" y="334986"/>
                  <a:pt x="987552" y="338554"/>
                </a:cubicBezTo>
                <a:cubicBezTo>
                  <a:pt x="829258" y="342122"/>
                  <a:pt x="729751" y="295588"/>
                  <a:pt x="585216" y="338554"/>
                </a:cubicBezTo>
                <a:cubicBezTo>
                  <a:pt x="440681" y="381520"/>
                  <a:pt x="262780" y="279069"/>
                  <a:pt x="0" y="338554"/>
                </a:cubicBezTo>
                <a:cubicBezTo>
                  <a:pt x="-148" y="269489"/>
                  <a:pt x="29919" y="78018"/>
                  <a:pt x="0" y="0"/>
                </a:cubicBezTo>
                <a:close/>
              </a:path>
              <a:path w="1828800" h="338554" stroke="0" extrusionOk="0">
                <a:moveTo>
                  <a:pt x="0" y="0"/>
                </a:moveTo>
                <a:cubicBezTo>
                  <a:pt x="112642" y="-32120"/>
                  <a:pt x="268794" y="30658"/>
                  <a:pt x="457200" y="0"/>
                </a:cubicBezTo>
                <a:cubicBezTo>
                  <a:pt x="645606" y="-30658"/>
                  <a:pt x="666221" y="15915"/>
                  <a:pt x="859536" y="0"/>
                </a:cubicBezTo>
                <a:cubicBezTo>
                  <a:pt x="1052851" y="-15915"/>
                  <a:pt x="1078723" y="2266"/>
                  <a:pt x="1280160" y="0"/>
                </a:cubicBezTo>
                <a:cubicBezTo>
                  <a:pt x="1481597" y="-2266"/>
                  <a:pt x="1630190" y="31716"/>
                  <a:pt x="1828800" y="0"/>
                </a:cubicBezTo>
                <a:cubicBezTo>
                  <a:pt x="1842298" y="136264"/>
                  <a:pt x="1818561" y="207629"/>
                  <a:pt x="1828800" y="338554"/>
                </a:cubicBezTo>
                <a:cubicBezTo>
                  <a:pt x="1672050" y="371206"/>
                  <a:pt x="1516387" y="301118"/>
                  <a:pt x="1426464" y="338554"/>
                </a:cubicBezTo>
                <a:cubicBezTo>
                  <a:pt x="1336541" y="375990"/>
                  <a:pt x="1145809" y="314423"/>
                  <a:pt x="987552" y="338554"/>
                </a:cubicBezTo>
                <a:cubicBezTo>
                  <a:pt x="829295" y="362685"/>
                  <a:pt x="721125" y="328287"/>
                  <a:pt x="566928" y="338554"/>
                </a:cubicBezTo>
                <a:cubicBezTo>
                  <a:pt x="412731" y="348821"/>
                  <a:pt x="230399" y="316698"/>
                  <a:pt x="0" y="338554"/>
                </a:cubicBezTo>
                <a:cubicBezTo>
                  <a:pt x="-4061" y="256460"/>
                  <a:pt x="19578" y="97765"/>
                  <a:pt x="0" y="0"/>
                </a:cubicBezTo>
                <a:close/>
              </a:path>
            </a:pathLst>
          </a:custGeom>
          <a:solidFill>
            <a:schemeClr val="tx2"/>
          </a:solidFill>
          <a:ln w="38100">
            <a:solidFill>
              <a:schemeClr val="tx1">
                <a:lumMod val="50000"/>
                <a:lumOff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373667371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sz="1600" dirty="0" err="1">
                <a:solidFill>
                  <a:schemeClr val="bg1"/>
                </a:solidFill>
              </a:rPr>
              <a:t>Uns</a:t>
            </a:r>
            <a:r>
              <a:rPr sz="1600" dirty="0" err="1">
                <a:solidFill>
                  <a:schemeClr val="bg1"/>
                </a:solidFill>
              </a:rPr>
              <a:t>upervised</a:t>
            </a:r>
            <a:r>
              <a:rPr lang="en-GB" sz="1600" dirty="0">
                <a:solidFill>
                  <a:schemeClr val="bg1"/>
                </a:solidFill>
              </a:rPr>
              <a:t> ML</a:t>
            </a:r>
            <a:endParaRPr sz="1600" dirty="0">
              <a:solidFill>
                <a:schemeClr val="bg1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9E06531-E86A-454A-96FE-9B49F1EF1D3E}"/>
              </a:ext>
            </a:extLst>
          </p:cNvPr>
          <p:cNvSpPr txBox="1"/>
          <p:nvPr/>
        </p:nvSpPr>
        <p:spPr>
          <a:xfrm>
            <a:off x="7163545" y="4373812"/>
            <a:ext cx="1920814" cy="338554"/>
          </a:xfrm>
          <a:custGeom>
            <a:avLst/>
            <a:gdLst>
              <a:gd name="connsiteX0" fmla="*/ 0 w 1920814"/>
              <a:gd name="connsiteY0" fmla="*/ 0 h 338554"/>
              <a:gd name="connsiteX1" fmla="*/ 518620 w 1920814"/>
              <a:gd name="connsiteY1" fmla="*/ 0 h 338554"/>
              <a:gd name="connsiteX2" fmla="*/ 1018031 w 1920814"/>
              <a:gd name="connsiteY2" fmla="*/ 0 h 338554"/>
              <a:gd name="connsiteX3" fmla="*/ 1440611 w 1920814"/>
              <a:gd name="connsiteY3" fmla="*/ 0 h 338554"/>
              <a:gd name="connsiteX4" fmla="*/ 1920814 w 1920814"/>
              <a:gd name="connsiteY4" fmla="*/ 0 h 338554"/>
              <a:gd name="connsiteX5" fmla="*/ 1920814 w 1920814"/>
              <a:gd name="connsiteY5" fmla="*/ 338554 h 338554"/>
              <a:gd name="connsiteX6" fmla="*/ 1498235 w 1920814"/>
              <a:gd name="connsiteY6" fmla="*/ 338554 h 338554"/>
              <a:gd name="connsiteX7" fmla="*/ 1037240 w 1920814"/>
              <a:gd name="connsiteY7" fmla="*/ 338554 h 338554"/>
              <a:gd name="connsiteX8" fmla="*/ 614660 w 1920814"/>
              <a:gd name="connsiteY8" fmla="*/ 338554 h 338554"/>
              <a:gd name="connsiteX9" fmla="*/ 0 w 1920814"/>
              <a:gd name="connsiteY9" fmla="*/ 338554 h 338554"/>
              <a:gd name="connsiteX10" fmla="*/ 0 w 1920814"/>
              <a:gd name="connsiteY10" fmla="*/ 0 h 338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20814" h="338554" fill="none" extrusionOk="0">
                <a:moveTo>
                  <a:pt x="0" y="0"/>
                </a:moveTo>
                <a:cubicBezTo>
                  <a:pt x="168441" y="-13596"/>
                  <a:pt x="387552" y="4605"/>
                  <a:pt x="518620" y="0"/>
                </a:cubicBezTo>
                <a:cubicBezTo>
                  <a:pt x="649688" y="-4605"/>
                  <a:pt x="887069" y="48778"/>
                  <a:pt x="1018031" y="0"/>
                </a:cubicBezTo>
                <a:cubicBezTo>
                  <a:pt x="1148993" y="-48778"/>
                  <a:pt x="1350838" y="30339"/>
                  <a:pt x="1440611" y="0"/>
                </a:cubicBezTo>
                <a:cubicBezTo>
                  <a:pt x="1530384" y="-30339"/>
                  <a:pt x="1692837" y="53787"/>
                  <a:pt x="1920814" y="0"/>
                </a:cubicBezTo>
                <a:cubicBezTo>
                  <a:pt x="1940530" y="81081"/>
                  <a:pt x="1917728" y="173069"/>
                  <a:pt x="1920814" y="338554"/>
                </a:cubicBezTo>
                <a:cubicBezTo>
                  <a:pt x="1714895" y="367048"/>
                  <a:pt x="1593058" y="303410"/>
                  <a:pt x="1498235" y="338554"/>
                </a:cubicBezTo>
                <a:cubicBezTo>
                  <a:pt x="1403412" y="373698"/>
                  <a:pt x="1261210" y="301863"/>
                  <a:pt x="1037240" y="338554"/>
                </a:cubicBezTo>
                <a:cubicBezTo>
                  <a:pt x="813271" y="375245"/>
                  <a:pt x="810903" y="298286"/>
                  <a:pt x="614660" y="338554"/>
                </a:cubicBezTo>
                <a:cubicBezTo>
                  <a:pt x="418417" y="378822"/>
                  <a:pt x="144633" y="279398"/>
                  <a:pt x="0" y="338554"/>
                </a:cubicBezTo>
                <a:cubicBezTo>
                  <a:pt x="-148" y="269489"/>
                  <a:pt x="29919" y="78018"/>
                  <a:pt x="0" y="0"/>
                </a:cubicBezTo>
                <a:close/>
              </a:path>
              <a:path w="1920814" h="338554" stroke="0" extrusionOk="0">
                <a:moveTo>
                  <a:pt x="0" y="0"/>
                </a:moveTo>
                <a:cubicBezTo>
                  <a:pt x="222134" y="-40553"/>
                  <a:pt x="362177" y="37410"/>
                  <a:pt x="480204" y="0"/>
                </a:cubicBezTo>
                <a:cubicBezTo>
                  <a:pt x="598231" y="-37410"/>
                  <a:pt x="734382" y="42710"/>
                  <a:pt x="902783" y="0"/>
                </a:cubicBezTo>
                <a:cubicBezTo>
                  <a:pt x="1071184" y="-42710"/>
                  <a:pt x="1161411" y="42969"/>
                  <a:pt x="1344570" y="0"/>
                </a:cubicBezTo>
                <a:cubicBezTo>
                  <a:pt x="1527729" y="-42969"/>
                  <a:pt x="1732713" y="55722"/>
                  <a:pt x="1920814" y="0"/>
                </a:cubicBezTo>
                <a:cubicBezTo>
                  <a:pt x="1934312" y="136264"/>
                  <a:pt x="1910575" y="207629"/>
                  <a:pt x="1920814" y="338554"/>
                </a:cubicBezTo>
                <a:cubicBezTo>
                  <a:pt x="1815635" y="373644"/>
                  <a:pt x="1682205" y="337546"/>
                  <a:pt x="1498235" y="338554"/>
                </a:cubicBezTo>
                <a:cubicBezTo>
                  <a:pt x="1314265" y="339562"/>
                  <a:pt x="1209261" y="322526"/>
                  <a:pt x="1037240" y="338554"/>
                </a:cubicBezTo>
                <a:cubicBezTo>
                  <a:pt x="865219" y="354582"/>
                  <a:pt x="788324" y="316042"/>
                  <a:pt x="595452" y="338554"/>
                </a:cubicBezTo>
                <a:cubicBezTo>
                  <a:pt x="402580" y="361066"/>
                  <a:pt x="177726" y="328085"/>
                  <a:pt x="0" y="338554"/>
                </a:cubicBezTo>
                <a:cubicBezTo>
                  <a:pt x="-4061" y="256460"/>
                  <a:pt x="19578" y="97765"/>
                  <a:pt x="0" y="0"/>
                </a:cubicBezTo>
                <a:close/>
              </a:path>
            </a:pathLst>
          </a:custGeom>
          <a:solidFill>
            <a:schemeClr val="tx2"/>
          </a:solidFill>
          <a:ln w="38100">
            <a:solidFill>
              <a:schemeClr val="tx1">
                <a:lumMod val="50000"/>
                <a:lumOff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373667371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sz="1600" dirty="0">
                <a:solidFill>
                  <a:schemeClr val="bg1"/>
                </a:solidFill>
              </a:rPr>
              <a:t>S</a:t>
            </a:r>
            <a:r>
              <a:rPr sz="1600" dirty="0" err="1">
                <a:solidFill>
                  <a:schemeClr val="bg1"/>
                </a:solidFill>
              </a:rPr>
              <a:t>upervise</a:t>
            </a:r>
            <a:r>
              <a:rPr lang="en-GB" sz="1600" dirty="0">
                <a:solidFill>
                  <a:schemeClr val="bg1"/>
                </a:solidFill>
              </a:rPr>
              <a:t>d ML</a:t>
            </a:r>
            <a:endParaRPr sz="1600" dirty="0">
              <a:solidFill>
                <a:schemeClr val="bg1"/>
              </a:solidFill>
            </a:endParaRP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B06F0B0-A8E1-4860-94AC-C9D6776451D8}"/>
              </a:ext>
            </a:extLst>
          </p:cNvPr>
          <p:cNvCxnSpPr>
            <a:cxnSpLocks/>
            <a:stCxn id="66" idx="3"/>
            <a:endCxn id="55" idx="1"/>
          </p:cNvCxnSpPr>
          <p:nvPr/>
        </p:nvCxnSpPr>
        <p:spPr>
          <a:xfrm>
            <a:off x="3092853" y="1945170"/>
            <a:ext cx="546776" cy="1494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73141806-9EDF-432A-B75E-86346369653E}"/>
              </a:ext>
            </a:extLst>
          </p:cNvPr>
          <p:cNvCxnSpPr>
            <a:cxnSpLocks/>
            <a:stCxn id="55" idx="3"/>
          </p:cNvCxnSpPr>
          <p:nvPr/>
        </p:nvCxnSpPr>
        <p:spPr>
          <a:xfrm>
            <a:off x="5468429" y="1960117"/>
            <a:ext cx="1192341" cy="282989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956318B6-72F7-4E9A-A25F-E2A0E08D37F5}"/>
              </a:ext>
            </a:extLst>
          </p:cNvPr>
          <p:cNvCxnSpPr>
            <a:cxnSpLocks/>
            <a:endCxn id="57" idx="0"/>
          </p:cNvCxnSpPr>
          <p:nvPr/>
        </p:nvCxnSpPr>
        <p:spPr>
          <a:xfrm rot="5400000">
            <a:off x="5157961" y="1432776"/>
            <a:ext cx="384702" cy="262091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8BA2B975-7991-4219-837C-B70BFD85B29E}"/>
              </a:ext>
            </a:extLst>
          </p:cNvPr>
          <p:cNvSpPr txBox="1"/>
          <p:nvPr/>
        </p:nvSpPr>
        <p:spPr>
          <a:xfrm>
            <a:off x="1264053" y="1760504"/>
            <a:ext cx="1828800" cy="369332"/>
          </a:xfrm>
          <a:custGeom>
            <a:avLst/>
            <a:gdLst>
              <a:gd name="connsiteX0" fmla="*/ 0 w 1828800"/>
              <a:gd name="connsiteY0" fmla="*/ 0 h 369332"/>
              <a:gd name="connsiteX1" fmla="*/ 646176 w 1828800"/>
              <a:gd name="connsiteY1" fmla="*/ 0 h 369332"/>
              <a:gd name="connsiteX2" fmla="*/ 1219200 w 1828800"/>
              <a:gd name="connsiteY2" fmla="*/ 0 h 369332"/>
              <a:gd name="connsiteX3" fmla="*/ 1828800 w 1828800"/>
              <a:gd name="connsiteY3" fmla="*/ 0 h 369332"/>
              <a:gd name="connsiteX4" fmla="*/ 1828800 w 1828800"/>
              <a:gd name="connsiteY4" fmla="*/ 369332 h 369332"/>
              <a:gd name="connsiteX5" fmla="*/ 1182624 w 1828800"/>
              <a:gd name="connsiteY5" fmla="*/ 369332 h 369332"/>
              <a:gd name="connsiteX6" fmla="*/ 573024 w 1828800"/>
              <a:gd name="connsiteY6" fmla="*/ 369332 h 369332"/>
              <a:gd name="connsiteX7" fmla="*/ 0 w 1828800"/>
              <a:gd name="connsiteY7" fmla="*/ 369332 h 369332"/>
              <a:gd name="connsiteX8" fmla="*/ 0 w 1828800"/>
              <a:gd name="connsiteY8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28800" h="369332" fill="none" extrusionOk="0">
                <a:moveTo>
                  <a:pt x="0" y="0"/>
                </a:moveTo>
                <a:cubicBezTo>
                  <a:pt x="286605" y="-14442"/>
                  <a:pt x="336398" y="11746"/>
                  <a:pt x="646176" y="0"/>
                </a:cubicBezTo>
                <a:cubicBezTo>
                  <a:pt x="955954" y="-11746"/>
                  <a:pt x="1034773" y="-21758"/>
                  <a:pt x="1219200" y="0"/>
                </a:cubicBezTo>
                <a:cubicBezTo>
                  <a:pt x="1403627" y="21758"/>
                  <a:pt x="1566933" y="-6290"/>
                  <a:pt x="1828800" y="0"/>
                </a:cubicBezTo>
                <a:cubicBezTo>
                  <a:pt x="1843596" y="128329"/>
                  <a:pt x="1825736" y="281279"/>
                  <a:pt x="1828800" y="369332"/>
                </a:cubicBezTo>
                <a:cubicBezTo>
                  <a:pt x="1508321" y="354811"/>
                  <a:pt x="1317882" y="393491"/>
                  <a:pt x="1182624" y="369332"/>
                </a:cubicBezTo>
                <a:cubicBezTo>
                  <a:pt x="1047366" y="345173"/>
                  <a:pt x="754869" y="368439"/>
                  <a:pt x="573024" y="369332"/>
                </a:cubicBezTo>
                <a:cubicBezTo>
                  <a:pt x="391179" y="370225"/>
                  <a:pt x="140326" y="360811"/>
                  <a:pt x="0" y="369332"/>
                </a:cubicBezTo>
                <a:cubicBezTo>
                  <a:pt x="14693" y="194832"/>
                  <a:pt x="-5338" y="115888"/>
                  <a:pt x="0" y="0"/>
                </a:cubicBezTo>
                <a:close/>
              </a:path>
              <a:path w="1828800" h="369332" stroke="0" extrusionOk="0">
                <a:moveTo>
                  <a:pt x="0" y="0"/>
                </a:moveTo>
                <a:cubicBezTo>
                  <a:pt x="247623" y="16798"/>
                  <a:pt x="302434" y="-20480"/>
                  <a:pt x="573024" y="0"/>
                </a:cubicBezTo>
                <a:cubicBezTo>
                  <a:pt x="843614" y="20480"/>
                  <a:pt x="1042940" y="-18222"/>
                  <a:pt x="1164336" y="0"/>
                </a:cubicBezTo>
                <a:cubicBezTo>
                  <a:pt x="1285732" y="18222"/>
                  <a:pt x="1591570" y="-16394"/>
                  <a:pt x="1828800" y="0"/>
                </a:cubicBezTo>
                <a:cubicBezTo>
                  <a:pt x="1811817" y="85568"/>
                  <a:pt x="1815663" y="246786"/>
                  <a:pt x="1828800" y="369332"/>
                </a:cubicBezTo>
                <a:cubicBezTo>
                  <a:pt x="1700772" y="394966"/>
                  <a:pt x="1408277" y="394523"/>
                  <a:pt x="1237488" y="369332"/>
                </a:cubicBezTo>
                <a:cubicBezTo>
                  <a:pt x="1066699" y="344141"/>
                  <a:pt x="787096" y="352958"/>
                  <a:pt x="591312" y="369332"/>
                </a:cubicBezTo>
                <a:cubicBezTo>
                  <a:pt x="395528" y="385706"/>
                  <a:pt x="237868" y="387646"/>
                  <a:pt x="0" y="369332"/>
                </a:cubicBezTo>
                <a:cubicBezTo>
                  <a:pt x="2491" y="283553"/>
                  <a:pt x="4609" y="113202"/>
                  <a:pt x="0" y="0"/>
                </a:cubicBezTo>
                <a:close/>
              </a:path>
            </a:pathLst>
          </a:custGeom>
          <a:solidFill>
            <a:schemeClr val="tx2"/>
          </a:solidFill>
          <a:ln>
            <a:solidFill>
              <a:schemeClr val="tx1">
                <a:lumMod val="50000"/>
                <a:lumOff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315266199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 b="1"/>
            </a:lvl1pPr>
          </a:lstStyle>
          <a:p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 collection</a:t>
            </a:r>
          </a:p>
        </p:txBody>
      </p: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9F429E8E-58AD-49E9-A1BB-FE46D62F77DB}"/>
              </a:ext>
            </a:extLst>
          </p:cNvPr>
          <p:cNvCxnSpPr>
            <a:cxnSpLocks/>
            <a:stCxn id="60" idx="2"/>
            <a:endCxn id="62" idx="0"/>
          </p:cNvCxnSpPr>
          <p:nvPr/>
        </p:nvCxnSpPr>
        <p:spPr>
          <a:xfrm rot="5400000">
            <a:off x="8133554" y="3233760"/>
            <a:ext cx="1130450" cy="1149654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157DEE15-771C-4EF8-A3F1-48B6D7655669}"/>
              </a:ext>
            </a:extLst>
          </p:cNvPr>
          <p:cNvCxnSpPr>
            <a:stCxn id="60" idx="2"/>
            <a:endCxn id="61" idx="0"/>
          </p:cNvCxnSpPr>
          <p:nvPr/>
        </p:nvCxnSpPr>
        <p:spPr>
          <a:xfrm rot="16200000" flipH="1">
            <a:off x="9412808" y="3104160"/>
            <a:ext cx="1125591" cy="1403994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1A4E665C-80E3-4E20-8A70-B25D135AFFE9}"/>
              </a:ext>
            </a:extLst>
          </p:cNvPr>
          <p:cNvCxnSpPr>
            <a:cxnSpLocks/>
            <a:stCxn id="60" idx="2"/>
            <a:endCxn id="137" idx="0"/>
          </p:cNvCxnSpPr>
          <p:nvPr/>
        </p:nvCxnSpPr>
        <p:spPr>
          <a:xfrm>
            <a:off x="9273606" y="3243362"/>
            <a:ext cx="0" cy="169309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1A4779EF-5E4D-4F2D-96C4-CB3A6207EEF3}"/>
              </a:ext>
            </a:extLst>
          </p:cNvPr>
          <p:cNvCxnSpPr>
            <a:cxnSpLocks/>
            <a:stCxn id="58" idx="2"/>
          </p:cNvCxnSpPr>
          <p:nvPr/>
        </p:nvCxnSpPr>
        <p:spPr>
          <a:xfrm rot="5400000">
            <a:off x="1845099" y="3992592"/>
            <a:ext cx="785676" cy="97156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5248B071-7DB2-48A3-8106-1A6506EFCFB6}"/>
              </a:ext>
            </a:extLst>
          </p:cNvPr>
          <p:cNvCxnSpPr>
            <a:cxnSpLocks/>
            <a:stCxn id="58" idx="2"/>
            <a:endCxn id="73" idx="0"/>
          </p:cNvCxnSpPr>
          <p:nvPr/>
        </p:nvCxnSpPr>
        <p:spPr>
          <a:xfrm rot="16200000" flipH="1">
            <a:off x="3022446" y="3786809"/>
            <a:ext cx="785676" cy="138313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8B8B4D56-4063-44B7-944D-FD59D19241A3}"/>
              </a:ext>
            </a:extLst>
          </p:cNvPr>
          <p:cNvCxnSpPr>
            <a:cxnSpLocks/>
          </p:cNvCxnSpPr>
          <p:nvPr/>
        </p:nvCxnSpPr>
        <p:spPr>
          <a:xfrm rot="16200000" flipH="1">
            <a:off x="5546912" y="3845186"/>
            <a:ext cx="790379" cy="127108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B0FEF8BC-9BD2-46FD-BA4F-2068BD0A053C}"/>
              </a:ext>
            </a:extLst>
          </p:cNvPr>
          <p:cNvSpPr txBox="1"/>
          <p:nvPr/>
        </p:nvSpPr>
        <p:spPr>
          <a:xfrm>
            <a:off x="2997636" y="4871212"/>
            <a:ext cx="2218426" cy="338554"/>
          </a:xfrm>
          <a:custGeom>
            <a:avLst/>
            <a:gdLst>
              <a:gd name="connsiteX0" fmla="*/ 0 w 2218426"/>
              <a:gd name="connsiteY0" fmla="*/ 0 h 338554"/>
              <a:gd name="connsiteX1" fmla="*/ 510238 w 2218426"/>
              <a:gd name="connsiteY1" fmla="*/ 0 h 338554"/>
              <a:gd name="connsiteX2" fmla="*/ 1109213 w 2218426"/>
              <a:gd name="connsiteY2" fmla="*/ 0 h 338554"/>
              <a:gd name="connsiteX3" fmla="*/ 1708188 w 2218426"/>
              <a:gd name="connsiteY3" fmla="*/ 0 h 338554"/>
              <a:gd name="connsiteX4" fmla="*/ 2218426 w 2218426"/>
              <a:gd name="connsiteY4" fmla="*/ 0 h 338554"/>
              <a:gd name="connsiteX5" fmla="*/ 2218426 w 2218426"/>
              <a:gd name="connsiteY5" fmla="*/ 338554 h 338554"/>
              <a:gd name="connsiteX6" fmla="*/ 1708188 w 2218426"/>
              <a:gd name="connsiteY6" fmla="*/ 338554 h 338554"/>
              <a:gd name="connsiteX7" fmla="*/ 1175766 w 2218426"/>
              <a:gd name="connsiteY7" fmla="*/ 338554 h 338554"/>
              <a:gd name="connsiteX8" fmla="*/ 621159 w 2218426"/>
              <a:gd name="connsiteY8" fmla="*/ 338554 h 338554"/>
              <a:gd name="connsiteX9" fmla="*/ 0 w 2218426"/>
              <a:gd name="connsiteY9" fmla="*/ 338554 h 338554"/>
              <a:gd name="connsiteX10" fmla="*/ 0 w 2218426"/>
              <a:gd name="connsiteY10" fmla="*/ 0 h 338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18426" h="338554" extrusionOk="0">
                <a:moveTo>
                  <a:pt x="0" y="0"/>
                </a:moveTo>
                <a:cubicBezTo>
                  <a:pt x="125348" y="-15840"/>
                  <a:pt x="394878" y="29909"/>
                  <a:pt x="510238" y="0"/>
                </a:cubicBezTo>
                <a:cubicBezTo>
                  <a:pt x="625598" y="-29909"/>
                  <a:pt x="912291" y="46245"/>
                  <a:pt x="1109213" y="0"/>
                </a:cubicBezTo>
                <a:cubicBezTo>
                  <a:pt x="1306136" y="-46245"/>
                  <a:pt x="1559608" y="38457"/>
                  <a:pt x="1708188" y="0"/>
                </a:cubicBezTo>
                <a:cubicBezTo>
                  <a:pt x="1856769" y="-38457"/>
                  <a:pt x="2048524" y="39746"/>
                  <a:pt x="2218426" y="0"/>
                </a:cubicBezTo>
                <a:cubicBezTo>
                  <a:pt x="2222529" y="165101"/>
                  <a:pt x="2195803" y="251639"/>
                  <a:pt x="2218426" y="338554"/>
                </a:cubicBezTo>
                <a:cubicBezTo>
                  <a:pt x="2061865" y="384832"/>
                  <a:pt x="1920234" y="312054"/>
                  <a:pt x="1708188" y="338554"/>
                </a:cubicBezTo>
                <a:cubicBezTo>
                  <a:pt x="1496142" y="365054"/>
                  <a:pt x="1422820" y="285900"/>
                  <a:pt x="1175766" y="338554"/>
                </a:cubicBezTo>
                <a:cubicBezTo>
                  <a:pt x="928712" y="391208"/>
                  <a:pt x="861320" y="301076"/>
                  <a:pt x="621159" y="338554"/>
                </a:cubicBezTo>
                <a:cubicBezTo>
                  <a:pt x="380998" y="376032"/>
                  <a:pt x="130056" y="295022"/>
                  <a:pt x="0" y="338554"/>
                </a:cubicBezTo>
                <a:cubicBezTo>
                  <a:pt x="-35821" y="200341"/>
                  <a:pt x="39719" y="128243"/>
                  <a:pt x="0" y="0"/>
                </a:cubicBezTo>
                <a:close/>
              </a:path>
            </a:pathLst>
          </a:custGeom>
          <a:noFill/>
          <a:ln w="38100">
            <a:solidFill>
              <a:srgbClr val="E6AF00"/>
            </a:solidFill>
            <a:extLst>
              <a:ext uri="{C807C97D-BFC1-408E-A445-0C87EB9F89A2}">
                <ask:lineSketchStyleProps xmlns:ask="http://schemas.microsoft.com/office/drawing/2018/sketchyshapes" sd="195915077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 b="1"/>
            </a:lvl1pPr>
          </a:lstStyle>
          <a:p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Supervised ML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6" name="Arrow: Bent 75">
            <a:extLst>
              <a:ext uri="{FF2B5EF4-FFF2-40B4-BE49-F238E27FC236}">
                <a16:creationId xmlns:a16="http://schemas.microsoft.com/office/drawing/2014/main" id="{C4F86084-FB58-4CC6-A365-52BDD59ECEBB}"/>
              </a:ext>
            </a:extLst>
          </p:cNvPr>
          <p:cNvSpPr/>
          <p:nvPr/>
        </p:nvSpPr>
        <p:spPr>
          <a:xfrm flipV="1">
            <a:off x="4106849" y="5598273"/>
            <a:ext cx="1472207" cy="444500"/>
          </a:xfrm>
          <a:prstGeom prst="bentArrow">
            <a:avLst>
              <a:gd name="adj1" fmla="val 25000"/>
              <a:gd name="adj2" fmla="val 25000"/>
              <a:gd name="adj3" fmla="val 39965"/>
              <a:gd name="adj4" fmla="val 4375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7" name="Arrow: Bent 76">
            <a:extLst>
              <a:ext uri="{FF2B5EF4-FFF2-40B4-BE49-F238E27FC236}">
                <a16:creationId xmlns:a16="http://schemas.microsoft.com/office/drawing/2014/main" id="{07DD3421-51AD-4303-B45D-65469F3B7978}"/>
              </a:ext>
            </a:extLst>
          </p:cNvPr>
          <p:cNvSpPr/>
          <p:nvPr/>
        </p:nvSpPr>
        <p:spPr>
          <a:xfrm flipH="1" flipV="1">
            <a:off x="7023269" y="5598271"/>
            <a:ext cx="2344849" cy="420103"/>
          </a:xfrm>
          <a:prstGeom prst="bentArrow">
            <a:avLst>
              <a:gd name="adj1" fmla="val 25000"/>
              <a:gd name="adj2" fmla="val 25000"/>
              <a:gd name="adj3" fmla="val 39965"/>
              <a:gd name="adj4" fmla="val 43750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509384E-80C1-4113-8B67-5CD82C3AE75E}"/>
              </a:ext>
            </a:extLst>
          </p:cNvPr>
          <p:cNvSpPr txBox="1"/>
          <p:nvPr/>
        </p:nvSpPr>
        <p:spPr>
          <a:xfrm>
            <a:off x="5695352" y="5598272"/>
            <a:ext cx="1211621" cy="584775"/>
          </a:xfrm>
          <a:custGeom>
            <a:avLst/>
            <a:gdLst>
              <a:gd name="connsiteX0" fmla="*/ 0 w 1211621"/>
              <a:gd name="connsiteY0" fmla="*/ 0 h 584775"/>
              <a:gd name="connsiteX1" fmla="*/ 605811 w 1211621"/>
              <a:gd name="connsiteY1" fmla="*/ 0 h 584775"/>
              <a:gd name="connsiteX2" fmla="*/ 1211621 w 1211621"/>
              <a:gd name="connsiteY2" fmla="*/ 0 h 584775"/>
              <a:gd name="connsiteX3" fmla="*/ 1211621 w 1211621"/>
              <a:gd name="connsiteY3" fmla="*/ 584775 h 584775"/>
              <a:gd name="connsiteX4" fmla="*/ 630043 w 1211621"/>
              <a:gd name="connsiteY4" fmla="*/ 584775 h 584775"/>
              <a:gd name="connsiteX5" fmla="*/ 0 w 1211621"/>
              <a:gd name="connsiteY5" fmla="*/ 584775 h 584775"/>
              <a:gd name="connsiteX6" fmla="*/ 0 w 1211621"/>
              <a:gd name="connsiteY6" fmla="*/ 0 h 584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1621" h="584775" fill="none" extrusionOk="0">
                <a:moveTo>
                  <a:pt x="0" y="0"/>
                </a:moveTo>
                <a:cubicBezTo>
                  <a:pt x="208536" y="24797"/>
                  <a:pt x="344090" y="6711"/>
                  <a:pt x="605811" y="0"/>
                </a:cubicBezTo>
                <a:cubicBezTo>
                  <a:pt x="867532" y="-6711"/>
                  <a:pt x="1015900" y="-16780"/>
                  <a:pt x="1211621" y="0"/>
                </a:cubicBezTo>
                <a:cubicBezTo>
                  <a:pt x="1206102" y="216644"/>
                  <a:pt x="1195503" y="360885"/>
                  <a:pt x="1211621" y="584775"/>
                </a:cubicBezTo>
                <a:cubicBezTo>
                  <a:pt x="1007080" y="570732"/>
                  <a:pt x="842021" y="613475"/>
                  <a:pt x="630043" y="584775"/>
                </a:cubicBezTo>
                <a:cubicBezTo>
                  <a:pt x="418065" y="556075"/>
                  <a:pt x="150166" y="563000"/>
                  <a:pt x="0" y="584775"/>
                </a:cubicBezTo>
                <a:cubicBezTo>
                  <a:pt x="19338" y="448850"/>
                  <a:pt x="4254" y="184406"/>
                  <a:pt x="0" y="0"/>
                </a:cubicBezTo>
                <a:close/>
              </a:path>
              <a:path w="1211621" h="584775" stroke="0" extrusionOk="0">
                <a:moveTo>
                  <a:pt x="0" y="0"/>
                </a:moveTo>
                <a:cubicBezTo>
                  <a:pt x="130548" y="-27436"/>
                  <a:pt x="477352" y="-10511"/>
                  <a:pt x="630043" y="0"/>
                </a:cubicBezTo>
                <a:cubicBezTo>
                  <a:pt x="782734" y="10511"/>
                  <a:pt x="1048303" y="-23242"/>
                  <a:pt x="1211621" y="0"/>
                </a:cubicBezTo>
                <a:cubicBezTo>
                  <a:pt x="1184118" y="249299"/>
                  <a:pt x="1192880" y="413117"/>
                  <a:pt x="1211621" y="584775"/>
                </a:cubicBezTo>
                <a:cubicBezTo>
                  <a:pt x="965000" y="575270"/>
                  <a:pt x="897149" y="606404"/>
                  <a:pt x="617927" y="584775"/>
                </a:cubicBezTo>
                <a:cubicBezTo>
                  <a:pt x="338705" y="563146"/>
                  <a:pt x="260904" y="561216"/>
                  <a:pt x="0" y="584775"/>
                </a:cubicBezTo>
                <a:cubicBezTo>
                  <a:pt x="13829" y="340904"/>
                  <a:pt x="6374" y="250375"/>
                  <a:pt x="0" y="0"/>
                </a:cubicBezTo>
                <a:close/>
              </a:path>
            </a:pathLst>
          </a:custGeom>
          <a:solidFill>
            <a:srgbClr val="7030A0"/>
          </a:solidFill>
          <a:ln w="28575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83223180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de-DE"/>
            </a:defPPr>
            <a:lvl1pPr algn="ctr">
              <a:defRPr b="1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sz="3200" dirty="0">
                <a:solidFill>
                  <a:schemeClr val="bg1"/>
                </a:solidFill>
              </a:rPr>
              <a:t>LLMs</a:t>
            </a:r>
            <a:endParaRPr sz="3200" dirty="0">
              <a:solidFill>
                <a:schemeClr val="bg1"/>
              </a:solidFill>
            </a:endParaRPr>
          </a:p>
        </p:txBody>
      </p:sp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id="{B07AACFB-D747-4910-9632-2C4C8B0EC449}"/>
              </a:ext>
            </a:extLst>
          </p:cNvPr>
          <p:cNvCxnSpPr>
            <a:cxnSpLocks/>
            <a:stCxn id="57" idx="2"/>
            <a:endCxn id="58" idx="0"/>
          </p:cNvCxnSpPr>
          <p:nvPr/>
        </p:nvCxnSpPr>
        <p:spPr>
          <a:xfrm rot="5400000">
            <a:off x="3129977" y="2837105"/>
            <a:ext cx="503620" cy="131613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29D67D22-8BF5-41D1-8B1F-E5AB6C297A41}"/>
              </a:ext>
            </a:extLst>
          </p:cNvPr>
          <p:cNvCxnSpPr>
            <a:cxnSpLocks/>
            <a:stCxn id="57" idx="2"/>
          </p:cNvCxnSpPr>
          <p:nvPr/>
        </p:nvCxnSpPr>
        <p:spPr>
          <a:xfrm rot="16200000" flipH="1">
            <a:off x="4421396" y="2861820"/>
            <a:ext cx="503622" cy="126670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B6367717-0550-4DC6-B7F3-67434B5DF206}"/>
              </a:ext>
            </a:extLst>
          </p:cNvPr>
          <p:cNvSpPr txBox="1"/>
          <p:nvPr/>
        </p:nvSpPr>
        <p:spPr>
          <a:xfrm>
            <a:off x="8313199" y="4936452"/>
            <a:ext cx="1920814" cy="338554"/>
          </a:xfrm>
          <a:custGeom>
            <a:avLst/>
            <a:gdLst>
              <a:gd name="connsiteX0" fmla="*/ 0 w 1920814"/>
              <a:gd name="connsiteY0" fmla="*/ 0 h 338554"/>
              <a:gd name="connsiteX1" fmla="*/ 518620 w 1920814"/>
              <a:gd name="connsiteY1" fmla="*/ 0 h 338554"/>
              <a:gd name="connsiteX2" fmla="*/ 1018031 w 1920814"/>
              <a:gd name="connsiteY2" fmla="*/ 0 h 338554"/>
              <a:gd name="connsiteX3" fmla="*/ 1440611 w 1920814"/>
              <a:gd name="connsiteY3" fmla="*/ 0 h 338554"/>
              <a:gd name="connsiteX4" fmla="*/ 1920814 w 1920814"/>
              <a:gd name="connsiteY4" fmla="*/ 0 h 338554"/>
              <a:gd name="connsiteX5" fmla="*/ 1920814 w 1920814"/>
              <a:gd name="connsiteY5" fmla="*/ 338554 h 338554"/>
              <a:gd name="connsiteX6" fmla="*/ 1498235 w 1920814"/>
              <a:gd name="connsiteY6" fmla="*/ 338554 h 338554"/>
              <a:gd name="connsiteX7" fmla="*/ 1037240 w 1920814"/>
              <a:gd name="connsiteY7" fmla="*/ 338554 h 338554"/>
              <a:gd name="connsiteX8" fmla="*/ 614660 w 1920814"/>
              <a:gd name="connsiteY8" fmla="*/ 338554 h 338554"/>
              <a:gd name="connsiteX9" fmla="*/ 0 w 1920814"/>
              <a:gd name="connsiteY9" fmla="*/ 338554 h 338554"/>
              <a:gd name="connsiteX10" fmla="*/ 0 w 1920814"/>
              <a:gd name="connsiteY10" fmla="*/ 0 h 338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20814" h="338554" fill="none" extrusionOk="0">
                <a:moveTo>
                  <a:pt x="0" y="0"/>
                </a:moveTo>
                <a:cubicBezTo>
                  <a:pt x="168441" y="-13596"/>
                  <a:pt x="387552" y="4605"/>
                  <a:pt x="518620" y="0"/>
                </a:cubicBezTo>
                <a:cubicBezTo>
                  <a:pt x="649688" y="-4605"/>
                  <a:pt x="887069" y="48778"/>
                  <a:pt x="1018031" y="0"/>
                </a:cubicBezTo>
                <a:cubicBezTo>
                  <a:pt x="1148993" y="-48778"/>
                  <a:pt x="1350838" y="30339"/>
                  <a:pt x="1440611" y="0"/>
                </a:cubicBezTo>
                <a:cubicBezTo>
                  <a:pt x="1530384" y="-30339"/>
                  <a:pt x="1692837" y="53787"/>
                  <a:pt x="1920814" y="0"/>
                </a:cubicBezTo>
                <a:cubicBezTo>
                  <a:pt x="1940530" y="81081"/>
                  <a:pt x="1917728" y="173069"/>
                  <a:pt x="1920814" y="338554"/>
                </a:cubicBezTo>
                <a:cubicBezTo>
                  <a:pt x="1714895" y="367048"/>
                  <a:pt x="1593058" y="303410"/>
                  <a:pt x="1498235" y="338554"/>
                </a:cubicBezTo>
                <a:cubicBezTo>
                  <a:pt x="1403412" y="373698"/>
                  <a:pt x="1261210" y="301863"/>
                  <a:pt x="1037240" y="338554"/>
                </a:cubicBezTo>
                <a:cubicBezTo>
                  <a:pt x="813271" y="375245"/>
                  <a:pt x="810903" y="298286"/>
                  <a:pt x="614660" y="338554"/>
                </a:cubicBezTo>
                <a:cubicBezTo>
                  <a:pt x="418417" y="378822"/>
                  <a:pt x="144633" y="279398"/>
                  <a:pt x="0" y="338554"/>
                </a:cubicBezTo>
                <a:cubicBezTo>
                  <a:pt x="-148" y="269489"/>
                  <a:pt x="29919" y="78018"/>
                  <a:pt x="0" y="0"/>
                </a:cubicBezTo>
                <a:close/>
              </a:path>
              <a:path w="1920814" h="338554" stroke="0" extrusionOk="0">
                <a:moveTo>
                  <a:pt x="0" y="0"/>
                </a:moveTo>
                <a:cubicBezTo>
                  <a:pt x="222134" y="-40553"/>
                  <a:pt x="362177" y="37410"/>
                  <a:pt x="480204" y="0"/>
                </a:cubicBezTo>
                <a:cubicBezTo>
                  <a:pt x="598231" y="-37410"/>
                  <a:pt x="734382" y="42710"/>
                  <a:pt x="902783" y="0"/>
                </a:cubicBezTo>
                <a:cubicBezTo>
                  <a:pt x="1071184" y="-42710"/>
                  <a:pt x="1161411" y="42969"/>
                  <a:pt x="1344570" y="0"/>
                </a:cubicBezTo>
                <a:cubicBezTo>
                  <a:pt x="1527729" y="-42969"/>
                  <a:pt x="1732713" y="55722"/>
                  <a:pt x="1920814" y="0"/>
                </a:cubicBezTo>
                <a:cubicBezTo>
                  <a:pt x="1934312" y="136264"/>
                  <a:pt x="1910575" y="207629"/>
                  <a:pt x="1920814" y="338554"/>
                </a:cubicBezTo>
                <a:cubicBezTo>
                  <a:pt x="1815635" y="373644"/>
                  <a:pt x="1682205" y="337546"/>
                  <a:pt x="1498235" y="338554"/>
                </a:cubicBezTo>
                <a:cubicBezTo>
                  <a:pt x="1314265" y="339562"/>
                  <a:pt x="1209261" y="322526"/>
                  <a:pt x="1037240" y="338554"/>
                </a:cubicBezTo>
                <a:cubicBezTo>
                  <a:pt x="865219" y="354582"/>
                  <a:pt x="788324" y="316042"/>
                  <a:pt x="595452" y="338554"/>
                </a:cubicBezTo>
                <a:cubicBezTo>
                  <a:pt x="402580" y="361066"/>
                  <a:pt x="177726" y="328085"/>
                  <a:pt x="0" y="338554"/>
                </a:cubicBezTo>
                <a:cubicBezTo>
                  <a:pt x="-4061" y="256460"/>
                  <a:pt x="19578" y="97765"/>
                  <a:pt x="0" y="0"/>
                </a:cubicBezTo>
                <a:close/>
              </a:path>
            </a:pathLst>
          </a:custGeom>
          <a:solidFill>
            <a:schemeClr val="tx2"/>
          </a:solidFill>
          <a:ln w="38100">
            <a:solidFill>
              <a:schemeClr val="tx1">
                <a:lumMod val="50000"/>
                <a:lumOff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373667371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>
            <a:defPPr>
              <a:defRPr lang="de-DE"/>
            </a:defPPr>
            <a:lvl1pPr algn="ctr">
              <a:defRPr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sz="1600" dirty="0">
                <a:solidFill>
                  <a:schemeClr val="bg1"/>
                </a:solidFill>
              </a:rPr>
              <a:t>Semi-supervised ML</a:t>
            </a:r>
            <a:endParaRPr sz="1600" dirty="0">
              <a:solidFill>
                <a:schemeClr val="bg1"/>
              </a:solidFill>
            </a:endParaRPr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E57EC802-A5AC-4F17-BB16-3D8DEB9E4ADB}"/>
              </a:ext>
            </a:extLst>
          </p:cNvPr>
          <p:cNvCxnSpPr>
            <a:cxnSpLocks/>
          </p:cNvCxnSpPr>
          <p:nvPr/>
        </p:nvCxnSpPr>
        <p:spPr>
          <a:xfrm rot="16200000" flipH="1">
            <a:off x="7774837" y="1436816"/>
            <a:ext cx="384702" cy="261283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FF5B885-7199-4E04-8D31-7F50141CBFBE}"/>
              </a:ext>
            </a:extLst>
          </p:cNvPr>
          <p:cNvSpPr txBox="1"/>
          <p:nvPr/>
        </p:nvSpPr>
        <p:spPr>
          <a:xfrm>
            <a:off x="5746370" y="2243106"/>
            <a:ext cx="1828800" cy="307777"/>
          </a:xfrm>
          <a:custGeom>
            <a:avLst/>
            <a:gdLst>
              <a:gd name="connsiteX0" fmla="*/ 0 w 1828800"/>
              <a:gd name="connsiteY0" fmla="*/ 0 h 307777"/>
              <a:gd name="connsiteX1" fmla="*/ 627888 w 1828800"/>
              <a:gd name="connsiteY1" fmla="*/ 0 h 307777"/>
              <a:gd name="connsiteX2" fmla="*/ 1255776 w 1828800"/>
              <a:gd name="connsiteY2" fmla="*/ 0 h 307777"/>
              <a:gd name="connsiteX3" fmla="*/ 1828800 w 1828800"/>
              <a:gd name="connsiteY3" fmla="*/ 0 h 307777"/>
              <a:gd name="connsiteX4" fmla="*/ 1828800 w 1828800"/>
              <a:gd name="connsiteY4" fmla="*/ 307777 h 307777"/>
              <a:gd name="connsiteX5" fmla="*/ 1274064 w 1828800"/>
              <a:gd name="connsiteY5" fmla="*/ 307777 h 307777"/>
              <a:gd name="connsiteX6" fmla="*/ 701040 w 1828800"/>
              <a:gd name="connsiteY6" fmla="*/ 307777 h 307777"/>
              <a:gd name="connsiteX7" fmla="*/ 0 w 1828800"/>
              <a:gd name="connsiteY7" fmla="*/ 307777 h 307777"/>
              <a:gd name="connsiteX8" fmla="*/ 0 w 1828800"/>
              <a:gd name="connsiteY8" fmla="*/ 0 h 307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28800" h="307777" fill="none" extrusionOk="0">
                <a:moveTo>
                  <a:pt x="0" y="0"/>
                </a:moveTo>
                <a:cubicBezTo>
                  <a:pt x="183991" y="-6493"/>
                  <a:pt x="408434" y="16865"/>
                  <a:pt x="627888" y="0"/>
                </a:cubicBezTo>
                <a:cubicBezTo>
                  <a:pt x="847342" y="-16865"/>
                  <a:pt x="1031068" y="14182"/>
                  <a:pt x="1255776" y="0"/>
                </a:cubicBezTo>
                <a:cubicBezTo>
                  <a:pt x="1480484" y="-14182"/>
                  <a:pt x="1651081" y="11556"/>
                  <a:pt x="1828800" y="0"/>
                </a:cubicBezTo>
                <a:cubicBezTo>
                  <a:pt x="1818371" y="141083"/>
                  <a:pt x="1842722" y="202684"/>
                  <a:pt x="1828800" y="307777"/>
                </a:cubicBezTo>
                <a:cubicBezTo>
                  <a:pt x="1561074" y="292987"/>
                  <a:pt x="1527594" y="331963"/>
                  <a:pt x="1274064" y="307777"/>
                </a:cubicBezTo>
                <a:cubicBezTo>
                  <a:pt x="1020534" y="283591"/>
                  <a:pt x="916508" y="296295"/>
                  <a:pt x="701040" y="307777"/>
                </a:cubicBezTo>
                <a:cubicBezTo>
                  <a:pt x="485572" y="319259"/>
                  <a:pt x="271262" y="288823"/>
                  <a:pt x="0" y="307777"/>
                </a:cubicBezTo>
                <a:cubicBezTo>
                  <a:pt x="-10921" y="196676"/>
                  <a:pt x="6802" y="150333"/>
                  <a:pt x="0" y="0"/>
                </a:cubicBezTo>
                <a:close/>
              </a:path>
              <a:path w="1828800" h="307777" stroke="0" extrusionOk="0">
                <a:moveTo>
                  <a:pt x="0" y="0"/>
                </a:moveTo>
                <a:cubicBezTo>
                  <a:pt x="201482" y="16968"/>
                  <a:pt x="428738" y="-24808"/>
                  <a:pt x="646176" y="0"/>
                </a:cubicBezTo>
                <a:cubicBezTo>
                  <a:pt x="863614" y="24808"/>
                  <a:pt x="1033864" y="3942"/>
                  <a:pt x="1219200" y="0"/>
                </a:cubicBezTo>
                <a:cubicBezTo>
                  <a:pt x="1404536" y="-3942"/>
                  <a:pt x="1661284" y="-28217"/>
                  <a:pt x="1828800" y="0"/>
                </a:cubicBezTo>
                <a:cubicBezTo>
                  <a:pt x="1834564" y="116185"/>
                  <a:pt x="1837016" y="218802"/>
                  <a:pt x="1828800" y="307777"/>
                </a:cubicBezTo>
                <a:cubicBezTo>
                  <a:pt x="1582023" y="336959"/>
                  <a:pt x="1387247" y="306051"/>
                  <a:pt x="1237488" y="307777"/>
                </a:cubicBezTo>
                <a:cubicBezTo>
                  <a:pt x="1087729" y="309503"/>
                  <a:pt x="850563" y="320547"/>
                  <a:pt x="627888" y="307777"/>
                </a:cubicBezTo>
                <a:cubicBezTo>
                  <a:pt x="405213" y="295007"/>
                  <a:pt x="223786" y="295094"/>
                  <a:pt x="0" y="307777"/>
                </a:cubicBezTo>
                <a:cubicBezTo>
                  <a:pt x="-8017" y="226304"/>
                  <a:pt x="-1273" y="94903"/>
                  <a:pt x="0" y="0"/>
                </a:cubicBezTo>
                <a:close/>
              </a:path>
            </a:pathLst>
          </a:custGeom>
          <a:solidFill>
            <a:srgbClr val="C00000"/>
          </a:solidFill>
          <a:ln>
            <a:extLst>
              <a:ext uri="{C807C97D-BFC1-408E-A445-0C87EB9F89A2}">
                <ask:lineSketchStyleProps xmlns:ask="http://schemas.microsoft.com/office/drawing/2018/sketchyshapes" sd="260238953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de-DE"/>
            </a:defPPr>
            <a:lvl1pPr algn="ctr">
              <a:defRPr b="1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dirty="0"/>
              <a:t>Research Objective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16CA22A-4391-4E85-9051-C2C57556D028}"/>
              </a:ext>
            </a:extLst>
          </p:cNvPr>
          <p:cNvSpPr txBox="1"/>
          <p:nvPr/>
        </p:nvSpPr>
        <p:spPr>
          <a:xfrm>
            <a:off x="4174551" y="3746984"/>
            <a:ext cx="2218426" cy="338554"/>
          </a:xfrm>
          <a:prstGeom prst="rect">
            <a:avLst/>
          </a:prstGeom>
          <a:solidFill>
            <a:schemeClr val="tx2"/>
          </a:solidFill>
          <a:ln w="38100">
            <a:solidFill>
              <a:schemeClr val="tx1">
                <a:lumMod val="50000"/>
                <a:lumOff val="5000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sz="16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dirty="0"/>
              <a:t>Unknown Categories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E1B88DB-745B-41FC-971B-F196981BAD85}"/>
              </a:ext>
            </a:extLst>
          </p:cNvPr>
          <p:cNvSpPr txBox="1"/>
          <p:nvPr/>
        </p:nvSpPr>
        <p:spPr>
          <a:xfrm>
            <a:off x="642941" y="4871212"/>
            <a:ext cx="2218426" cy="338554"/>
          </a:xfrm>
          <a:prstGeom prst="rect">
            <a:avLst/>
          </a:prstGeom>
          <a:solidFill>
            <a:schemeClr val="tx2"/>
          </a:solidFill>
          <a:ln w="38100">
            <a:solidFill>
              <a:schemeClr val="tx1">
                <a:lumMod val="50000"/>
                <a:lumOff val="5000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defRPr sz="16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Dictionary Methods</a:t>
            </a:r>
            <a:endParaRPr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9587109-5E09-4C91-A922-330F5FAE7AEC}"/>
              </a:ext>
            </a:extLst>
          </p:cNvPr>
          <p:cNvSpPr txBox="1"/>
          <p:nvPr/>
        </p:nvSpPr>
        <p:spPr>
          <a:xfrm>
            <a:off x="5445633" y="4875917"/>
            <a:ext cx="2218426" cy="338554"/>
          </a:xfrm>
          <a:prstGeom prst="rect">
            <a:avLst/>
          </a:prstGeom>
          <a:solidFill>
            <a:schemeClr val="tx2"/>
          </a:solidFill>
          <a:ln w="38100">
            <a:solidFill>
              <a:schemeClr val="tx1">
                <a:lumMod val="50000"/>
                <a:lumOff val="5000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defRPr sz="1600" b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Unsupervised ML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48997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1.85185E-6 L -0.08659 -1.85185E-6 C -0.12539 -1.85185E-6 -0.17278 0.14514 -0.17278 0.2632 L -0.17278 0.52685 " pathEditMode="relative" rAng="0" ptsTypes="AAAA">
                                      <p:cBhvr>
                                        <p:cTn id="6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646" y="263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DA2BE6-4ED9-47C8-8DE3-7DD3278BB6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E4DCBD55-91F0-45C8-9EAD-31C5FB32C79B}" type="slidenum">
              <a:rPr lang="de-DE" altLang="de-DE" smtClean="0"/>
              <a:pPr>
                <a:defRPr/>
              </a:pPr>
              <a:t>9</a:t>
            </a:fld>
            <a:endParaRPr lang="de-DE" altLang="de-DE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01E0CA8-BDAC-4C48-84A0-F9F90AE0984A}"/>
              </a:ext>
            </a:extLst>
          </p:cNvPr>
          <p:cNvCxnSpPr>
            <a:cxnSpLocks/>
          </p:cNvCxnSpPr>
          <p:nvPr/>
        </p:nvCxnSpPr>
        <p:spPr>
          <a:xfrm>
            <a:off x="4383473" y="2149555"/>
            <a:ext cx="2871302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6CEA2C6-70D0-4052-ABBD-C16D3295BFF3}"/>
              </a:ext>
            </a:extLst>
          </p:cNvPr>
          <p:cNvSpPr txBox="1"/>
          <p:nvPr/>
        </p:nvSpPr>
        <p:spPr>
          <a:xfrm>
            <a:off x="8053695" y="1758790"/>
            <a:ext cx="1741577" cy="584775"/>
          </a:xfrm>
          <a:custGeom>
            <a:avLst/>
            <a:gdLst>
              <a:gd name="connsiteX0" fmla="*/ 0 w 1741577"/>
              <a:gd name="connsiteY0" fmla="*/ 0 h 584775"/>
              <a:gd name="connsiteX1" fmla="*/ 528278 w 1741577"/>
              <a:gd name="connsiteY1" fmla="*/ 0 h 584775"/>
              <a:gd name="connsiteX2" fmla="*/ 1126220 w 1741577"/>
              <a:gd name="connsiteY2" fmla="*/ 0 h 584775"/>
              <a:gd name="connsiteX3" fmla="*/ 1741577 w 1741577"/>
              <a:gd name="connsiteY3" fmla="*/ 0 h 584775"/>
              <a:gd name="connsiteX4" fmla="*/ 1741577 w 1741577"/>
              <a:gd name="connsiteY4" fmla="*/ 584775 h 584775"/>
              <a:gd name="connsiteX5" fmla="*/ 1178467 w 1741577"/>
              <a:gd name="connsiteY5" fmla="*/ 584775 h 584775"/>
              <a:gd name="connsiteX6" fmla="*/ 597941 w 1741577"/>
              <a:gd name="connsiteY6" fmla="*/ 584775 h 584775"/>
              <a:gd name="connsiteX7" fmla="*/ 0 w 1741577"/>
              <a:gd name="connsiteY7" fmla="*/ 584775 h 584775"/>
              <a:gd name="connsiteX8" fmla="*/ 0 w 1741577"/>
              <a:gd name="connsiteY8" fmla="*/ 0 h 584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41577" h="584775" fill="none" extrusionOk="0">
                <a:moveTo>
                  <a:pt x="0" y="0"/>
                </a:moveTo>
                <a:cubicBezTo>
                  <a:pt x="224514" y="7592"/>
                  <a:pt x="406962" y="8114"/>
                  <a:pt x="528278" y="0"/>
                </a:cubicBezTo>
                <a:cubicBezTo>
                  <a:pt x="649594" y="-8114"/>
                  <a:pt x="872691" y="-14354"/>
                  <a:pt x="1126220" y="0"/>
                </a:cubicBezTo>
                <a:cubicBezTo>
                  <a:pt x="1379749" y="14354"/>
                  <a:pt x="1447669" y="-5735"/>
                  <a:pt x="1741577" y="0"/>
                </a:cubicBezTo>
                <a:cubicBezTo>
                  <a:pt x="1742996" y="211796"/>
                  <a:pt x="1715655" y="455847"/>
                  <a:pt x="1741577" y="584775"/>
                </a:cubicBezTo>
                <a:cubicBezTo>
                  <a:pt x="1518941" y="581419"/>
                  <a:pt x="1426729" y="581406"/>
                  <a:pt x="1178467" y="584775"/>
                </a:cubicBezTo>
                <a:cubicBezTo>
                  <a:pt x="930205" y="588145"/>
                  <a:pt x="857638" y="611922"/>
                  <a:pt x="597941" y="584775"/>
                </a:cubicBezTo>
                <a:cubicBezTo>
                  <a:pt x="338244" y="557628"/>
                  <a:pt x="283759" y="566113"/>
                  <a:pt x="0" y="584775"/>
                </a:cubicBezTo>
                <a:cubicBezTo>
                  <a:pt x="630" y="362265"/>
                  <a:pt x="8098" y="148493"/>
                  <a:pt x="0" y="0"/>
                </a:cubicBezTo>
                <a:close/>
              </a:path>
              <a:path w="1741577" h="584775" stroke="0" extrusionOk="0">
                <a:moveTo>
                  <a:pt x="0" y="0"/>
                </a:moveTo>
                <a:cubicBezTo>
                  <a:pt x="260337" y="-15010"/>
                  <a:pt x="424920" y="18979"/>
                  <a:pt x="615357" y="0"/>
                </a:cubicBezTo>
                <a:cubicBezTo>
                  <a:pt x="805794" y="-18979"/>
                  <a:pt x="918508" y="25578"/>
                  <a:pt x="1213299" y="0"/>
                </a:cubicBezTo>
                <a:cubicBezTo>
                  <a:pt x="1508090" y="-25578"/>
                  <a:pt x="1625166" y="4327"/>
                  <a:pt x="1741577" y="0"/>
                </a:cubicBezTo>
                <a:cubicBezTo>
                  <a:pt x="1721077" y="273619"/>
                  <a:pt x="1730905" y="467807"/>
                  <a:pt x="1741577" y="584775"/>
                </a:cubicBezTo>
                <a:cubicBezTo>
                  <a:pt x="1529343" y="574002"/>
                  <a:pt x="1274372" y="556460"/>
                  <a:pt x="1126220" y="584775"/>
                </a:cubicBezTo>
                <a:cubicBezTo>
                  <a:pt x="978068" y="613090"/>
                  <a:pt x="797285" y="601492"/>
                  <a:pt x="597941" y="584775"/>
                </a:cubicBezTo>
                <a:cubicBezTo>
                  <a:pt x="398597" y="568058"/>
                  <a:pt x="165499" y="572146"/>
                  <a:pt x="0" y="584775"/>
                </a:cubicBezTo>
                <a:cubicBezTo>
                  <a:pt x="26391" y="368690"/>
                  <a:pt x="9123" y="252382"/>
                  <a:pt x="0" y="0"/>
                </a:cubicBezTo>
                <a:close/>
              </a:path>
            </a:pathLst>
          </a:custGeom>
          <a:solidFill>
            <a:srgbClr val="7030A0"/>
          </a:solidFill>
          <a:ln w="28575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83223180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de-DE"/>
            </a:defPPr>
            <a:lvl1pPr algn="ctr">
              <a:defRPr b="1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sz="3200" dirty="0">
                <a:solidFill>
                  <a:schemeClr val="bg1"/>
                </a:solidFill>
              </a:rPr>
              <a:t>LLMs</a:t>
            </a: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D265B4-3456-4DCA-87B1-B252CA226E26}"/>
              </a:ext>
            </a:extLst>
          </p:cNvPr>
          <p:cNvSpPr txBox="1"/>
          <p:nvPr/>
        </p:nvSpPr>
        <p:spPr>
          <a:xfrm>
            <a:off x="1921822" y="1741514"/>
            <a:ext cx="1607219" cy="707886"/>
          </a:xfrm>
          <a:custGeom>
            <a:avLst/>
            <a:gdLst>
              <a:gd name="connsiteX0" fmla="*/ 0 w 1607219"/>
              <a:gd name="connsiteY0" fmla="*/ 0 h 707886"/>
              <a:gd name="connsiteX1" fmla="*/ 487523 w 1607219"/>
              <a:gd name="connsiteY1" fmla="*/ 0 h 707886"/>
              <a:gd name="connsiteX2" fmla="*/ 1055407 w 1607219"/>
              <a:gd name="connsiteY2" fmla="*/ 0 h 707886"/>
              <a:gd name="connsiteX3" fmla="*/ 1607219 w 1607219"/>
              <a:gd name="connsiteY3" fmla="*/ 0 h 707886"/>
              <a:gd name="connsiteX4" fmla="*/ 1607219 w 1607219"/>
              <a:gd name="connsiteY4" fmla="*/ 346864 h 707886"/>
              <a:gd name="connsiteX5" fmla="*/ 1607219 w 1607219"/>
              <a:gd name="connsiteY5" fmla="*/ 707886 h 707886"/>
              <a:gd name="connsiteX6" fmla="*/ 1103624 w 1607219"/>
              <a:gd name="connsiteY6" fmla="*/ 707886 h 707886"/>
              <a:gd name="connsiteX7" fmla="*/ 583956 w 1607219"/>
              <a:gd name="connsiteY7" fmla="*/ 707886 h 707886"/>
              <a:gd name="connsiteX8" fmla="*/ 0 w 1607219"/>
              <a:gd name="connsiteY8" fmla="*/ 707886 h 707886"/>
              <a:gd name="connsiteX9" fmla="*/ 0 w 1607219"/>
              <a:gd name="connsiteY9" fmla="*/ 353943 h 707886"/>
              <a:gd name="connsiteX10" fmla="*/ 0 w 1607219"/>
              <a:gd name="connsiteY10" fmla="*/ 0 h 707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07219" h="707886" fill="none" extrusionOk="0">
                <a:moveTo>
                  <a:pt x="0" y="0"/>
                </a:moveTo>
                <a:cubicBezTo>
                  <a:pt x="224314" y="14213"/>
                  <a:pt x="255426" y="17478"/>
                  <a:pt x="487523" y="0"/>
                </a:cubicBezTo>
                <a:cubicBezTo>
                  <a:pt x="719620" y="-17478"/>
                  <a:pt x="939321" y="-20031"/>
                  <a:pt x="1055407" y="0"/>
                </a:cubicBezTo>
                <a:cubicBezTo>
                  <a:pt x="1171493" y="20031"/>
                  <a:pt x="1445543" y="-15822"/>
                  <a:pt x="1607219" y="0"/>
                </a:cubicBezTo>
                <a:cubicBezTo>
                  <a:pt x="1620497" y="153797"/>
                  <a:pt x="1622243" y="184094"/>
                  <a:pt x="1607219" y="346864"/>
                </a:cubicBezTo>
                <a:cubicBezTo>
                  <a:pt x="1592195" y="509634"/>
                  <a:pt x="1592722" y="600280"/>
                  <a:pt x="1607219" y="707886"/>
                </a:cubicBezTo>
                <a:cubicBezTo>
                  <a:pt x="1496801" y="697142"/>
                  <a:pt x="1259194" y="691029"/>
                  <a:pt x="1103624" y="707886"/>
                </a:cubicBezTo>
                <a:cubicBezTo>
                  <a:pt x="948054" y="724743"/>
                  <a:pt x="807703" y="684408"/>
                  <a:pt x="583956" y="707886"/>
                </a:cubicBezTo>
                <a:cubicBezTo>
                  <a:pt x="360209" y="731364"/>
                  <a:pt x="144638" y="713207"/>
                  <a:pt x="0" y="707886"/>
                </a:cubicBezTo>
                <a:cubicBezTo>
                  <a:pt x="-13813" y="545079"/>
                  <a:pt x="-17303" y="476455"/>
                  <a:pt x="0" y="353943"/>
                </a:cubicBezTo>
                <a:cubicBezTo>
                  <a:pt x="17303" y="231431"/>
                  <a:pt x="-14299" y="93903"/>
                  <a:pt x="0" y="0"/>
                </a:cubicBezTo>
                <a:close/>
              </a:path>
              <a:path w="1607219" h="707886" stroke="0" extrusionOk="0">
                <a:moveTo>
                  <a:pt x="0" y="0"/>
                </a:moveTo>
                <a:cubicBezTo>
                  <a:pt x="265190" y="-20203"/>
                  <a:pt x="337732" y="-2270"/>
                  <a:pt x="567884" y="0"/>
                </a:cubicBezTo>
                <a:cubicBezTo>
                  <a:pt x="798036" y="2270"/>
                  <a:pt x="957008" y="21869"/>
                  <a:pt x="1119696" y="0"/>
                </a:cubicBezTo>
                <a:cubicBezTo>
                  <a:pt x="1282384" y="-21869"/>
                  <a:pt x="1390767" y="16848"/>
                  <a:pt x="1607219" y="0"/>
                </a:cubicBezTo>
                <a:cubicBezTo>
                  <a:pt x="1598734" y="169022"/>
                  <a:pt x="1601539" y="179463"/>
                  <a:pt x="1607219" y="339785"/>
                </a:cubicBezTo>
                <a:cubicBezTo>
                  <a:pt x="1612899" y="500107"/>
                  <a:pt x="1612511" y="569453"/>
                  <a:pt x="1607219" y="707886"/>
                </a:cubicBezTo>
                <a:cubicBezTo>
                  <a:pt x="1426367" y="714641"/>
                  <a:pt x="1274947" y="685304"/>
                  <a:pt x="1055407" y="707886"/>
                </a:cubicBezTo>
                <a:cubicBezTo>
                  <a:pt x="835867" y="730468"/>
                  <a:pt x="750413" y="686004"/>
                  <a:pt x="567884" y="707886"/>
                </a:cubicBezTo>
                <a:cubicBezTo>
                  <a:pt x="385355" y="729768"/>
                  <a:pt x="240394" y="710377"/>
                  <a:pt x="0" y="707886"/>
                </a:cubicBezTo>
                <a:cubicBezTo>
                  <a:pt x="-12671" y="586252"/>
                  <a:pt x="10613" y="492428"/>
                  <a:pt x="0" y="368101"/>
                </a:cubicBezTo>
                <a:cubicBezTo>
                  <a:pt x="-10613" y="243775"/>
                  <a:pt x="-1805" y="114066"/>
                  <a:pt x="0" y="0"/>
                </a:cubicBezTo>
                <a:close/>
              </a:path>
            </a:pathLst>
          </a:custGeom>
          <a:solidFill>
            <a:srgbClr val="336D92"/>
          </a:solidFill>
          <a:ln w="28575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83223180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de-DE"/>
            </a:defPPr>
            <a:lvl1pPr algn="ctr">
              <a:defRPr b="1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sz="2000" dirty="0">
                <a:solidFill>
                  <a:schemeClr val="bg1"/>
                </a:solidFill>
              </a:rPr>
              <a:t>Classical QTA Methods</a:t>
            </a:r>
            <a:endParaRPr sz="2000" dirty="0">
              <a:solidFill>
                <a:schemeClr val="bg1"/>
              </a:solidFill>
            </a:endParaRPr>
          </a:p>
        </p:txBody>
      </p:sp>
      <p:pic>
        <p:nvPicPr>
          <p:cNvPr id="20" name="Graphic 19" descr="Question mark with solid fill">
            <a:extLst>
              <a:ext uri="{FF2B5EF4-FFF2-40B4-BE49-F238E27FC236}">
                <a16:creationId xmlns:a16="http://schemas.microsoft.com/office/drawing/2014/main" id="{2E1D3DE3-00EB-417C-8F7B-86014ACFE2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97118" y="1505543"/>
            <a:ext cx="644012" cy="64401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42DDA6A-30F2-4A86-89BB-35A873A353DE}"/>
              </a:ext>
            </a:extLst>
          </p:cNvPr>
          <p:cNvSpPr txBox="1"/>
          <p:nvPr/>
        </p:nvSpPr>
        <p:spPr>
          <a:xfrm>
            <a:off x="200830" y="2801601"/>
            <a:ext cx="1681393" cy="1015663"/>
          </a:xfrm>
          <a:custGeom>
            <a:avLst/>
            <a:gdLst>
              <a:gd name="connsiteX0" fmla="*/ 0 w 1681393"/>
              <a:gd name="connsiteY0" fmla="*/ 0 h 1015663"/>
              <a:gd name="connsiteX1" fmla="*/ 594092 w 1681393"/>
              <a:gd name="connsiteY1" fmla="*/ 0 h 1015663"/>
              <a:gd name="connsiteX2" fmla="*/ 1171370 w 1681393"/>
              <a:gd name="connsiteY2" fmla="*/ 0 h 1015663"/>
              <a:gd name="connsiteX3" fmla="*/ 1681393 w 1681393"/>
              <a:gd name="connsiteY3" fmla="*/ 0 h 1015663"/>
              <a:gd name="connsiteX4" fmla="*/ 1681393 w 1681393"/>
              <a:gd name="connsiteY4" fmla="*/ 487518 h 1015663"/>
              <a:gd name="connsiteX5" fmla="*/ 1681393 w 1681393"/>
              <a:gd name="connsiteY5" fmla="*/ 1015663 h 1015663"/>
              <a:gd name="connsiteX6" fmla="*/ 1104115 w 1681393"/>
              <a:gd name="connsiteY6" fmla="*/ 1015663 h 1015663"/>
              <a:gd name="connsiteX7" fmla="*/ 594092 w 1681393"/>
              <a:gd name="connsiteY7" fmla="*/ 1015663 h 1015663"/>
              <a:gd name="connsiteX8" fmla="*/ 0 w 1681393"/>
              <a:gd name="connsiteY8" fmla="*/ 1015663 h 1015663"/>
              <a:gd name="connsiteX9" fmla="*/ 0 w 1681393"/>
              <a:gd name="connsiteY9" fmla="*/ 528145 h 1015663"/>
              <a:gd name="connsiteX10" fmla="*/ 0 w 1681393"/>
              <a:gd name="connsiteY10" fmla="*/ 0 h 1015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81393" h="1015663" extrusionOk="0">
                <a:moveTo>
                  <a:pt x="0" y="0"/>
                </a:moveTo>
                <a:cubicBezTo>
                  <a:pt x="282538" y="22216"/>
                  <a:pt x="345967" y="-29092"/>
                  <a:pt x="594092" y="0"/>
                </a:cubicBezTo>
                <a:cubicBezTo>
                  <a:pt x="842217" y="29092"/>
                  <a:pt x="972820" y="21895"/>
                  <a:pt x="1171370" y="0"/>
                </a:cubicBezTo>
                <a:cubicBezTo>
                  <a:pt x="1369920" y="-21895"/>
                  <a:pt x="1483530" y="21864"/>
                  <a:pt x="1681393" y="0"/>
                </a:cubicBezTo>
                <a:cubicBezTo>
                  <a:pt x="1671605" y="108645"/>
                  <a:pt x="1683709" y="246325"/>
                  <a:pt x="1681393" y="487518"/>
                </a:cubicBezTo>
                <a:cubicBezTo>
                  <a:pt x="1679077" y="728711"/>
                  <a:pt x="1666339" y="770034"/>
                  <a:pt x="1681393" y="1015663"/>
                </a:cubicBezTo>
                <a:cubicBezTo>
                  <a:pt x="1499578" y="1033284"/>
                  <a:pt x="1325062" y="1014354"/>
                  <a:pt x="1104115" y="1015663"/>
                </a:cubicBezTo>
                <a:cubicBezTo>
                  <a:pt x="883168" y="1016972"/>
                  <a:pt x="748566" y="997971"/>
                  <a:pt x="594092" y="1015663"/>
                </a:cubicBezTo>
                <a:cubicBezTo>
                  <a:pt x="439618" y="1033355"/>
                  <a:pt x="212234" y="990919"/>
                  <a:pt x="0" y="1015663"/>
                </a:cubicBezTo>
                <a:cubicBezTo>
                  <a:pt x="4081" y="814579"/>
                  <a:pt x="-3243" y="732847"/>
                  <a:pt x="0" y="528145"/>
                </a:cubicBezTo>
                <a:cubicBezTo>
                  <a:pt x="3243" y="323443"/>
                  <a:pt x="-8404" y="221873"/>
                  <a:pt x="0" y="0"/>
                </a:cubicBezTo>
                <a:close/>
              </a:path>
            </a:pathLst>
          </a:custGeom>
          <a:noFill/>
          <a:ln w="28575">
            <a:noFill/>
            <a:extLst>
              <a:ext uri="{C807C97D-BFC1-408E-A445-0C87EB9F89A2}">
                <ask:lineSketchStyleProps xmlns:ask="http://schemas.microsoft.com/office/drawing/2018/sketchyshapes" sd="83223180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de-DE"/>
            </a:defPPr>
            <a:lvl1pPr algn="ctr">
              <a:defRPr b="1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n-GB" sz="2000" b="0" dirty="0">
                <a:solidFill>
                  <a:sysClr val="windowText" lastClr="000000"/>
                </a:solidFill>
              </a:rPr>
              <a:t>(Models)</a:t>
            </a:r>
            <a:r>
              <a:rPr lang="en-GB" sz="2000" dirty="0">
                <a:solidFill>
                  <a:sysClr val="windowText" lastClr="000000"/>
                </a:solidFill>
              </a:rPr>
              <a:t> Language </a:t>
            </a:r>
          </a:p>
          <a:p>
            <a:pPr algn="l"/>
            <a:r>
              <a:rPr lang="en-GB" sz="2000" dirty="0">
                <a:solidFill>
                  <a:sysClr val="windowText" lastClr="000000"/>
                </a:solidFill>
              </a:rPr>
              <a:t>Knowledge</a:t>
            </a:r>
            <a:endParaRPr sz="2000" dirty="0">
              <a:solidFill>
                <a:sysClr val="windowText" lastClr="00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D0643DB-56B3-481C-B193-755B36ECBBB2}"/>
              </a:ext>
            </a:extLst>
          </p:cNvPr>
          <p:cNvSpPr txBox="1"/>
          <p:nvPr/>
        </p:nvSpPr>
        <p:spPr>
          <a:xfrm>
            <a:off x="200830" y="5109938"/>
            <a:ext cx="1681393" cy="707886"/>
          </a:xfrm>
          <a:custGeom>
            <a:avLst/>
            <a:gdLst>
              <a:gd name="connsiteX0" fmla="*/ 0 w 1681393"/>
              <a:gd name="connsiteY0" fmla="*/ 0 h 707886"/>
              <a:gd name="connsiteX1" fmla="*/ 594092 w 1681393"/>
              <a:gd name="connsiteY1" fmla="*/ 0 h 707886"/>
              <a:gd name="connsiteX2" fmla="*/ 1171370 w 1681393"/>
              <a:gd name="connsiteY2" fmla="*/ 0 h 707886"/>
              <a:gd name="connsiteX3" fmla="*/ 1681393 w 1681393"/>
              <a:gd name="connsiteY3" fmla="*/ 0 h 707886"/>
              <a:gd name="connsiteX4" fmla="*/ 1681393 w 1681393"/>
              <a:gd name="connsiteY4" fmla="*/ 339785 h 707886"/>
              <a:gd name="connsiteX5" fmla="*/ 1681393 w 1681393"/>
              <a:gd name="connsiteY5" fmla="*/ 707886 h 707886"/>
              <a:gd name="connsiteX6" fmla="*/ 1104115 w 1681393"/>
              <a:gd name="connsiteY6" fmla="*/ 707886 h 707886"/>
              <a:gd name="connsiteX7" fmla="*/ 594092 w 1681393"/>
              <a:gd name="connsiteY7" fmla="*/ 707886 h 707886"/>
              <a:gd name="connsiteX8" fmla="*/ 0 w 1681393"/>
              <a:gd name="connsiteY8" fmla="*/ 707886 h 707886"/>
              <a:gd name="connsiteX9" fmla="*/ 0 w 1681393"/>
              <a:gd name="connsiteY9" fmla="*/ 368101 h 707886"/>
              <a:gd name="connsiteX10" fmla="*/ 0 w 1681393"/>
              <a:gd name="connsiteY10" fmla="*/ 0 h 707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81393" h="707886" extrusionOk="0">
                <a:moveTo>
                  <a:pt x="0" y="0"/>
                </a:moveTo>
                <a:cubicBezTo>
                  <a:pt x="282538" y="22216"/>
                  <a:pt x="345967" y="-29092"/>
                  <a:pt x="594092" y="0"/>
                </a:cubicBezTo>
                <a:cubicBezTo>
                  <a:pt x="842217" y="29092"/>
                  <a:pt x="972820" y="21895"/>
                  <a:pt x="1171370" y="0"/>
                </a:cubicBezTo>
                <a:cubicBezTo>
                  <a:pt x="1369920" y="-21895"/>
                  <a:pt x="1483530" y="21864"/>
                  <a:pt x="1681393" y="0"/>
                </a:cubicBezTo>
                <a:cubicBezTo>
                  <a:pt x="1672908" y="169022"/>
                  <a:pt x="1675713" y="179463"/>
                  <a:pt x="1681393" y="339785"/>
                </a:cubicBezTo>
                <a:cubicBezTo>
                  <a:pt x="1687073" y="500107"/>
                  <a:pt x="1686685" y="569453"/>
                  <a:pt x="1681393" y="707886"/>
                </a:cubicBezTo>
                <a:cubicBezTo>
                  <a:pt x="1499578" y="725507"/>
                  <a:pt x="1325062" y="706577"/>
                  <a:pt x="1104115" y="707886"/>
                </a:cubicBezTo>
                <a:cubicBezTo>
                  <a:pt x="883168" y="709195"/>
                  <a:pt x="748566" y="690194"/>
                  <a:pt x="594092" y="707886"/>
                </a:cubicBezTo>
                <a:cubicBezTo>
                  <a:pt x="439618" y="725578"/>
                  <a:pt x="212234" y="683142"/>
                  <a:pt x="0" y="707886"/>
                </a:cubicBezTo>
                <a:cubicBezTo>
                  <a:pt x="-12671" y="586252"/>
                  <a:pt x="10613" y="492428"/>
                  <a:pt x="0" y="368101"/>
                </a:cubicBezTo>
                <a:cubicBezTo>
                  <a:pt x="-10613" y="243775"/>
                  <a:pt x="-1805" y="114066"/>
                  <a:pt x="0" y="0"/>
                </a:cubicBezTo>
                <a:close/>
              </a:path>
            </a:pathLst>
          </a:custGeom>
          <a:noFill/>
          <a:ln w="28575">
            <a:noFill/>
            <a:extLst>
              <a:ext uri="{C807C97D-BFC1-408E-A445-0C87EB9F89A2}">
                <ask:lineSketchStyleProps xmlns:ask="http://schemas.microsoft.com/office/drawing/2018/sketchyshapes" sd="83223180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de-DE"/>
            </a:defPPr>
            <a:lvl1pPr algn="ctr">
              <a:defRPr b="1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n-GB" sz="2000" dirty="0">
                <a:solidFill>
                  <a:sysClr val="windowText" lastClr="000000"/>
                </a:solidFill>
              </a:rPr>
              <a:t>Algorithm </a:t>
            </a:r>
          </a:p>
          <a:p>
            <a:pPr algn="l"/>
            <a:r>
              <a:rPr lang="en-GB" sz="2000" dirty="0">
                <a:solidFill>
                  <a:sysClr val="windowText" lastClr="000000"/>
                </a:solidFill>
              </a:rPr>
              <a:t>Architectures</a:t>
            </a:r>
            <a:endParaRPr sz="2000" dirty="0">
              <a:solidFill>
                <a:sysClr val="windowText" lastClr="000000"/>
              </a:solidFill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21AAECF-3831-45E7-BDA2-0D15908718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4435" y="3095412"/>
            <a:ext cx="1681394" cy="987036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4AC4F2A6-1396-4322-B389-5E51FE33E587}"/>
              </a:ext>
            </a:extLst>
          </p:cNvPr>
          <p:cNvSpPr txBox="1"/>
          <p:nvPr/>
        </p:nvSpPr>
        <p:spPr>
          <a:xfrm>
            <a:off x="2175809" y="4874722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LDA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71005D5-6EF1-4566-94E5-8199158B1DD5}"/>
              </a:ext>
            </a:extLst>
          </p:cNvPr>
          <p:cNvSpPr txBox="1"/>
          <p:nvPr/>
        </p:nvSpPr>
        <p:spPr>
          <a:xfrm>
            <a:off x="2681883" y="4908468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LSS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197761D-BE8A-4885-8FC1-66E3A2B2F6AB}"/>
              </a:ext>
            </a:extLst>
          </p:cNvPr>
          <p:cNvSpPr txBox="1"/>
          <p:nvPr/>
        </p:nvSpPr>
        <p:spPr>
          <a:xfrm>
            <a:off x="2241509" y="5275827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Logistic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6CE3368-B355-47C6-868C-9411EFBC7BFF}"/>
              </a:ext>
            </a:extLst>
          </p:cNvPr>
          <p:cNvSpPr txBox="1"/>
          <p:nvPr/>
        </p:nvSpPr>
        <p:spPr>
          <a:xfrm>
            <a:off x="2034722" y="5093134"/>
            <a:ext cx="1701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Naïve Bayes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EF6B35B-898C-42DD-AA99-E165014DBD57}"/>
              </a:ext>
            </a:extLst>
          </p:cNvPr>
          <p:cNvSpPr txBox="1"/>
          <p:nvPr/>
        </p:nvSpPr>
        <p:spPr>
          <a:xfrm>
            <a:off x="2061287" y="5489877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SVM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842E244-AB02-4DEE-AE26-62C8AB6F6335}"/>
              </a:ext>
            </a:extLst>
          </p:cNvPr>
          <p:cNvSpPr txBox="1"/>
          <p:nvPr/>
        </p:nvSpPr>
        <p:spPr>
          <a:xfrm>
            <a:off x="2543791" y="5533813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…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4619879-44CD-4643-BDFD-B404F325922E}"/>
              </a:ext>
            </a:extLst>
          </p:cNvPr>
          <p:cNvSpPr txBox="1"/>
          <p:nvPr/>
        </p:nvSpPr>
        <p:spPr>
          <a:xfrm>
            <a:off x="2785852" y="5587356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…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9E398BB-0E54-4485-BDEA-6D2A9DA2FC91}"/>
              </a:ext>
            </a:extLst>
          </p:cNvPr>
          <p:cNvSpPr txBox="1"/>
          <p:nvPr/>
        </p:nvSpPr>
        <p:spPr>
          <a:xfrm>
            <a:off x="2666695" y="5785490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…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BE0577E-36BB-4336-A4EE-B85F074AEDA5}"/>
              </a:ext>
            </a:extLst>
          </p:cNvPr>
          <p:cNvSpPr txBox="1"/>
          <p:nvPr/>
        </p:nvSpPr>
        <p:spPr>
          <a:xfrm>
            <a:off x="1832828" y="2444891"/>
            <a:ext cx="2189153" cy="400110"/>
          </a:xfrm>
          <a:custGeom>
            <a:avLst/>
            <a:gdLst>
              <a:gd name="connsiteX0" fmla="*/ 0 w 2189153"/>
              <a:gd name="connsiteY0" fmla="*/ 0 h 400110"/>
              <a:gd name="connsiteX1" fmla="*/ 591071 w 2189153"/>
              <a:gd name="connsiteY1" fmla="*/ 0 h 400110"/>
              <a:gd name="connsiteX2" fmla="*/ 1160251 w 2189153"/>
              <a:gd name="connsiteY2" fmla="*/ 0 h 400110"/>
              <a:gd name="connsiteX3" fmla="*/ 1663756 w 2189153"/>
              <a:gd name="connsiteY3" fmla="*/ 0 h 400110"/>
              <a:gd name="connsiteX4" fmla="*/ 2189153 w 2189153"/>
              <a:gd name="connsiteY4" fmla="*/ 0 h 400110"/>
              <a:gd name="connsiteX5" fmla="*/ 2189153 w 2189153"/>
              <a:gd name="connsiteY5" fmla="*/ 400110 h 400110"/>
              <a:gd name="connsiteX6" fmla="*/ 1619973 w 2189153"/>
              <a:gd name="connsiteY6" fmla="*/ 400110 h 400110"/>
              <a:gd name="connsiteX7" fmla="*/ 1138360 w 2189153"/>
              <a:gd name="connsiteY7" fmla="*/ 400110 h 400110"/>
              <a:gd name="connsiteX8" fmla="*/ 612963 w 2189153"/>
              <a:gd name="connsiteY8" fmla="*/ 400110 h 400110"/>
              <a:gd name="connsiteX9" fmla="*/ 0 w 2189153"/>
              <a:gd name="connsiteY9" fmla="*/ 400110 h 400110"/>
              <a:gd name="connsiteX10" fmla="*/ 0 w 2189153"/>
              <a:gd name="connsiteY10" fmla="*/ 0 h 400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189153" h="400110" extrusionOk="0">
                <a:moveTo>
                  <a:pt x="0" y="0"/>
                </a:moveTo>
                <a:cubicBezTo>
                  <a:pt x="276963" y="21191"/>
                  <a:pt x="362768" y="1853"/>
                  <a:pt x="591071" y="0"/>
                </a:cubicBezTo>
                <a:cubicBezTo>
                  <a:pt x="819374" y="-1853"/>
                  <a:pt x="940249" y="-17201"/>
                  <a:pt x="1160251" y="0"/>
                </a:cubicBezTo>
                <a:cubicBezTo>
                  <a:pt x="1380253" y="17201"/>
                  <a:pt x="1547927" y="-17799"/>
                  <a:pt x="1663756" y="0"/>
                </a:cubicBezTo>
                <a:cubicBezTo>
                  <a:pt x="1779585" y="17799"/>
                  <a:pt x="2042956" y="14993"/>
                  <a:pt x="2189153" y="0"/>
                </a:cubicBezTo>
                <a:cubicBezTo>
                  <a:pt x="2202332" y="121344"/>
                  <a:pt x="2175158" y="260191"/>
                  <a:pt x="2189153" y="400110"/>
                </a:cubicBezTo>
                <a:cubicBezTo>
                  <a:pt x="1945298" y="378667"/>
                  <a:pt x="1871529" y="393538"/>
                  <a:pt x="1619973" y="400110"/>
                </a:cubicBezTo>
                <a:cubicBezTo>
                  <a:pt x="1368417" y="406682"/>
                  <a:pt x="1353812" y="395707"/>
                  <a:pt x="1138360" y="400110"/>
                </a:cubicBezTo>
                <a:cubicBezTo>
                  <a:pt x="922908" y="404513"/>
                  <a:pt x="857919" y="425606"/>
                  <a:pt x="612963" y="400110"/>
                </a:cubicBezTo>
                <a:cubicBezTo>
                  <a:pt x="368007" y="374614"/>
                  <a:pt x="215666" y="409140"/>
                  <a:pt x="0" y="400110"/>
                </a:cubicBezTo>
                <a:cubicBezTo>
                  <a:pt x="8190" y="312746"/>
                  <a:pt x="-2455" y="167735"/>
                  <a:pt x="0" y="0"/>
                </a:cubicBezTo>
                <a:close/>
              </a:path>
            </a:pathLst>
          </a:custGeom>
          <a:noFill/>
          <a:ln w="28575">
            <a:noFill/>
            <a:extLst>
              <a:ext uri="{C807C97D-BFC1-408E-A445-0C87EB9F89A2}">
                <ask:lineSketchStyleProps xmlns:ask="http://schemas.microsoft.com/office/drawing/2018/sketchyshapes" sd="83223180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de-DE"/>
            </a:defPPr>
            <a:lvl1pPr algn="ctr">
              <a:defRPr b="1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sz="2000" dirty="0">
                <a:solidFill>
                  <a:srgbClr val="C00000"/>
                </a:solidFill>
              </a:rPr>
              <a:t>Zero</a:t>
            </a:r>
            <a:r>
              <a:rPr lang="en-GB" sz="2000" b="0" dirty="0">
                <a:solidFill>
                  <a:sysClr val="windowText" lastClr="000000"/>
                </a:solidFill>
              </a:rPr>
              <a:t> </a:t>
            </a:r>
            <a:r>
              <a:rPr lang="en-GB" sz="2000" dirty="0">
                <a:solidFill>
                  <a:sysClr val="windowText" lastClr="000000"/>
                </a:solidFill>
              </a:rPr>
              <a:t>knowledge</a:t>
            </a:r>
            <a:endParaRPr sz="2000" b="0" dirty="0">
              <a:solidFill>
                <a:sysClr val="windowText" lastClr="00000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6AECB5F-EF99-4A65-A8E4-0AE5E177A0E2}"/>
              </a:ext>
            </a:extLst>
          </p:cNvPr>
          <p:cNvSpPr txBox="1"/>
          <p:nvPr/>
        </p:nvSpPr>
        <p:spPr>
          <a:xfrm>
            <a:off x="4767045" y="2420425"/>
            <a:ext cx="2421931" cy="400110"/>
          </a:xfrm>
          <a:custGeom>
            <a:avLst/>
            <a:gdLst>
              <a:gd name="connsiteX0" fmla="*/ 0 w 2421931"/>
              <a:gd name="connsiteY0" fmla="*/ 0 h 400110"/>
              <a:gd name="connsiteX1" fmla="*/ 653921 w 2421931"/>
              <a:gd name="connsiteY1" fmla="*/ 0 h 400110"/>
              <a:gd name="connsiteX2" fmla="*/ 1283623 w 2421931"/>
              <a:gd name="connsiteY2" fmla="*/ 0 h 400110"/>
              <a:gd name="connsiteX3" fmla="*/ 1840668 w 2421931"/>
              <a:gd name="connsiteY3" fmla="*/ 0 h 400110"/>
              <a:gd name="connsiteX4" fmla="*/ 2421931 w 2421931"/>
              <a:gd name="connsiteY4" fmla="*/ 0 h 400110"/>
              <a:gd name="connsiteX5" fmla="*/ 2421931 w 2421931"/>
              <a:gd name="connsiteY5" fmla="*/ 400110 h 400110"/>
              <a:gd name="connsiteX6" fmla="*/ 1792229 w 2421931"/>
              <a:gd name="connsiteY6" fmla="*/ 400110 h 400110"/>
              <a:gd name="connsiteX7" fmla="*/ 1259404 w 2421931"/>
              <a:gd name="connsiteY7" fmla="*/ 400110 h 400110"/>
              <a:gd name="connsiteX8" fmla="*/ 678141 w 2421931"/>
              <a:gd name="connsiteY8" fmla="*/ 400110 h 400110"/>
              <a:gd name="connsiteX9" fmla="*/ 0 w 2421931"/>
              <a:gd name="connsiteY9" fmla="*/ 400110 h 400110"/>
              <a:gd name="connsiteX10" fmla="*/ 0 w 2421931"/>
              <a:gd name="connsiteY10" fmla="*/ 0 h 400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21931" h="400110" extrusionOk="0">
                <a:moveTo>
                  <a:pt x="0" y="0"/>
                </a:moveTo>
                <a:cubicBezTo>
                  <a:pt x="261714" y="-24527"/>
                  <a:pt x="484493" y="-15274"/>
                  <a:pt x="653921" y="0"/>
                </a:cubicBezTo>
                <a:cubicBezTo>
                  <a:pt x="823349" y="15274"/>
                  <a:pt x="1082848" y="-19344"/>
                  <a:pt x="1283623" y="0"/>
                </a:cubicBezTo>
                <a:cubicBezTo>
                  <a:pt x="1484398" y="19344"/>
                  <a:pt x="1651505" y="13346"/>
                  <a:pt x="1840668" y="0"/>
                </a:cubicBezTo>
                <a:cubicBezTo>
                  <a:pt x="2029832" y="-13346"/>
                  <a:pt x="2283294" y="7471"/>
                  <a:pt x="2421931" y="0"/>
                </a:cubicBezTo>
                <a:cubicBezTo>
                  <a:pt x="2435110" y="121344"/>
                  <a:pt x="2407936" y="260191"/>
                  <a:pt x="2421931" y="400110"/>
                </a:cubicBezTo>
                <a:cubicBezTo>
                  <a:pt x="2217349" y="395412"/>
                  <a:pt x="1954048" y="403077"/>
                  <a:pt x="1792229" y="400110"/>
                </a:cubicBezTo>
                <a:cubicBezTo>
                  <a:pt x="1630410" y="397143"/>
                  <a:pt x="1406575" y="411628"/>
                  <a:pt x="1259404" y="400110"/>
                </a:cubicBezTo>
                <a:cubicBezTo>
                  <a:pt x="1112234" y="388592"/>
                  <a:pt x="905329" y="406194"/>
                  <a:pt x="678141" y="400110"/>
                </a:cubicBezTo>
                <a:cubicBezTo>
                  <a:pt x="450953" y="394026"/>
                  <a:pt x="286467" y="411704"/>
                  <a:pt x="0" y="400110"/>
                </a:cubicBezTo>
                <a:cubicBezTo>
                  <a:pt x="8190" y="312746"/>
                  <a:pt x="-2455" y="167735"/>
                  <a:pt x="0" y="0"/>
                </a:cubicBezTo>
                <a:close/>
              </a:path>
            </a:pathLst>
          </a:custGeom>
          <a:noFill/>
          <a:ln w="28575">
            <a:noFill/>
            <a:extLst>
              <a:ext uri="{C807C97D-BFC1-408E-A445-0C87EB9F89A2}">
                <ask:lineSketchStyleProps xmlns:ask="http://schemas.microsoft.com/office/drawing/2018/sketchyshapes" sd="83223180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de-DE"/>
            </a:defPPr>
            <a:lvl1pPr algn="ctr">
              <a:defRPr b="1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sz="2000" dirty="0">
                <a:solidFill>
                  <a:srgbClr val="00B050"/>
                </a:solidFill>
              </a:rPr>
              <a:t>Shallow</a:t>
            </a:r>
            <a:r>
              <a:rPr lang="en-GB" sz="2000" b="0" dirty="0">
                <a:solidFill>
                  <a:sysClr val="windowText" lastClr="000000"/>
                </a:solidFill>
              </a:rPr>
              <a:t> </a:t>
            </a:r>
            <a:r>
              <a:rPr lang="en-GB" sz="2000" dirty="0">
                <a:solidFill>
                  <a:sysClr val="windowText" lastClr="000000"/>
                </a:solidFill>
              </a:rPr>
              <a:t>knowledge</a:t>
            </a:r>
            <a:endParaRPr sz="2000" b="0" dirty="0">
              <a:solidFill>
                <a:sysClr val="windowText" lastClr="00000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F6E7C84-26C0-46DA-9AA5-172CDF9795B3}"/>
              </a:ext>
            </a:extLst>
          </p:cNvPr>
          <p:cNvSpPr txBox="1"/>
          <p:nvPr/>
        </p:nvSpPr>
        <p:spPr>
          <a:xfrm>
            <a:off x="8083193" y="2444638"/>
            <a:ext cx="2421931" cy="400110"/>
          </a:xfrm>
          <a:custGeom>
            <a:avLst/>
            <a:gdLst>
              <a:gd name="connsiteX0" fmla="*/ 0 w 2421931"/>
              <a:gd name="connsiteY0" fmla="*/ 0 h 400110"/>
              <a:gd name="connsiteX1" fmla="*/ 653921 w 2421931"/>
              <a:gd name="connsiteY1" fmla="*/ 0 h 400110"/>
              <a:gd name="connsiteX2" fmla="*/ 1283623 w 2421931"/>
              <a:gd name="connsiteY2" fmla="*/ 0 h 400110"/>
              <a:gd name="connsiteX3" fmla="*/ 1840668 w 2421931"/>
              <a:gd name="connsiteY3" fmla="*/ 0 h 400110"/>
              <a:gd name="connsiteX4" fmla="*/ 2421931 w 2421931"/>
              <a:gd name="connsiteY4" fmla="*/ 0 h 400110"/>
              <a:gd name="connsiteX5" fmla="*/ 2421931 w 2421931"/>
              <a:gd name="connsiteY5" fmla="*/ 400110 h 400110"/>
              <a:gd name="connsiteX6" fmla="*/ 1792229 w 2421931"/>
              <a:gd name="connsiteY6" fmla="*/ 400110 h 400110"/>
              <a:gd name="connsiteX7" fmla="*/ 1259404 w 2421931"/>
              <a:gd name="connsiteY7" fmla="*/ 400110 h 400110"/>
              <a:gd name="connsiteX8" fmla="*/ 678141 w 2421931"/>
              <a:gd name="connsiteY8" fmla="*/ 400110 h 400110"/>
              <a:gd name="connsiteX9" fmla="*/ 0 w 2421931"/>
              <a:gd name="connsiteY9" fmla="*/ 400110 h 400110"/>
              <a:gd name="connsiteX10" fmla="*/ 0 w 2421931"/>
              <a:gd name="connsiteY10" fmla="*/ 0 h 400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21931" h="400110" extrusionOk="0">
                <a:moveTo>
                  <a:pt x="0" y="0"/>
                </a:moveTo>
                <a:cubicBezTo>
                  <a:pt x="261714" y="-24527"/>
                  <a:pt x="484493" y="-15274"/>
                  <a:pt x="653921" y="0"/>
                </a:cubicBezTo>
                <a:cubicBezTo>
                  <a:pt x="823349" y="15274"/>
                  <a:pt x="1082848" y="-19344"/>
                  <a:pt x="1283623" y="0"/>
                </a:cubicBezTo>
                <a:cubicBezTo>
                  <a:pt x="1484398" y="19344"/>
                  <a:pt x="1651505" y="13346"/>
                  <a:pt x="1840668" y="0"/>
                </a:cubicBezTo>
                <a:cubicBezTo>
                  <a:pt x="2029832" y="-13346"/>
                  <a:pt x="2283294" y="7471"/>
                  <a:pt x="2421931" y="0"/>
                </a:cubicBezTo>
                <a:cubicBezTo>
                  <a:pt x="2435110" y="121344"/>
                  <a:pt x="2407936" y="260191"/>
                  <a:pt x="2421931" y="400110"/>
                </a:cubicBezTo>
                <a:cubicBezTo>
                  <a:pt x="2217349" y="395412"/>
                  <a:pt x="1954048" y="403077"/>
                  <a:pt x="1792229" y="400110"/>
                </a:cubicBezTo>
                <a:cubicBezTo>
                  <a:pt x="1630410" y="397143"/>
                  <a:pt x="1406575" y="411628"/>
                  <a:pt x="1259404" y="400110"/>
                </a:cubicBezTo>
                <a:cubicBezTo>
                  <a:pt x="1112234" y="388592"/>
                  <a:pt x="905329" y="406194"/>
                  <a:pt x="678141" y="400110"/>
                </a:cubicBezTo>
                <a:cubicBezTo>
                  <a:pt x="450953" y="394026"/>
                  <a:pt x="286467" y="411704"/>
                  <a:pt x="0" y="400110"/>
                </a:cubicBezTo>
                <a:cubicBezTo>
                  <a:pt x="8190" y="312746"/>
                  <a:pt x="-2455" y="167735"/>
                  <a:pt x="0" y="0"/>
                </a:cubicBezTo>
                <a:close/>
              </a:path>
            </a:pathLst>
          </a:custGeom>
          <a:noFill/>
          <a:ln w="28575">
            <a:noFill/>
            <a:extLst>
              <a:ext uri="{C807C97D-BFC1-408E-A445-0C87EB9F89A2}">
                <ask:lineSketchStyleProps xmlns:ask="http://schemas.microsoft.com/office/drawing/2018/sketchyshapes" sd="83223180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de-DE"/>
            </a:defPPr>
            <a:lvl1pPr algn="ctr">
              <a:defRPr b="1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sz="2000" dirty="0">
                <a:solidFill>
                  <a:srgbClr val="336D92"/>
                </a:solidFill>
              </a:rPr>
              <a:t>Deep</a:t>
            </a:r>
            <a:r>
              <a:rPr lang="en-GB" sz="2000" b="0" dirty="0">
                <a:solidFill>
                  <a:sysClr val="windowText" lastClr="000000"/>
                </a:solidFill>
              </a:rPr>
              <a:t> </a:t>
            </a:r>
            <a:r>
              <a:rPr lang="en-GB" sz="2000" dirty="0">
                <a:solidFill>
                  <a:sysClr val="windowText" lastClr="000000"/>
                </a:solidFill>
              </a:rPr>
              <a:t>knowledge</a:t>
            </a:r>
            <a:endParaRPr sz="2000" b="0" dirty="0">
              <a:solidFill>
                <a:sysClr val="windowText" lastClr="000000"/>
              </a:solidFill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B74F01E-AB56-48B7-9183-BE2FD1C75765}"/>
              </a:ext>
            </a:extLst>
          </p:cNvPr>
          <p:cNvCxnSpPr>
            <a:cxnSpLocks/>
          </p:cNvCxnSpPr>
          <p:nvPr/>
        </p:nvCxnSpPr>
        <p:spPr>
          <a:xfrm>
            <a:off x="3877815" y="3557577"/>
            <a:ext cx="96297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7EEE9219-0821-485B-A972-35ED71FB2315}"/>
              </a:ext>
            </a:extLst>
          </p:cNvPr>
          <p:cNvSpPr txBox="1"/>
          <p:nvPr/>
        </p:nvSpPr>
        <p:spPr>
          <a:xfrm>
            <a:off x="1790698" y="2752200"/>
            <a:ext cx="2189153" cy="338554"/>
          </a:xfrm>
          <a:custGeom>
            <a:avLst/>
            <a:gdLst>
              <a:gd name="connsiteX0" fmla="*/ 0 w 2189153"/>
              <a:gd name="connsiteY0" fmla="*/ 0 h 338554"/>
              <a:gd name="connsiteX1" fmla="*/ 591071 w 2189153"/>
              <a:gd name="connsiteY1" fmla="*/ 0 h 338554"/>
              <a:gd name="connsiteX2" fmla="*/ 1160251 w 2189153"/>
              <a:gd name="connsiteY2" fmla="*/ 0 h 338554"/>
              <a:gd name="connsiteX3" fmla="*/ 1663756 w 2189153"/>
              <a:gd name="connsiteY3" fmla="*/ 0 h 338554"/>
              <a:gd name="connsiteX4" fmla="*/ 2189153 w 2189153"/>
              <a:gd name="connsiteY4" fmla="*/ 0 h 338554"/>
              <a:gd name="connsiteX5" fmla="*/ 2189153 w 2189153"/>
              <a:gd name="connsiteY5" fmla="*/ 338554 h 338554"/>
              <a:gd name="connsiteX6" fmla="*/ 1619973 w 2189153"/>
              <a:gd name="connsiteY6" fmla="*/ 338554 h 338554"/>
              <a:gd name="connsiteX7" fmla="*/ 1138360 w 2189153"/>
              <a:gd name="connsiteY7" fmla="*/ 338554 h 338554"/>
              <a:gd name="connsiteX8" fmla="*/ 612963 w 2189153"/>
              <a:gd name="connsiteY8" fmla="*/ 338554 h 338554"/>
              <a:gd name="connsiteX9" fmla="*/ 0 w 2189153"/>
              <a:gd name="connsiteY9" fmla="*/ 338554 h 338554"/>
              <a:gd name="connsiteX10" fmla="*/ 0 w 2189153"/>
              <a:gd name="connsiteY10" fmla="*/ 0 h 338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189153" h="338554" extrusionOk="0">
                <a:moveTo>
                  <a:pt x="0" y="0"/>
                </a:moveTo>
                <a:cubicBezTo>
                  <a:pt x="276963" y="21191"/>
                  <a:pt x="362768" y="1853"/>
                  <a:pt x="591071" y="0"/>
                </a:cubicBezTo>
                <a:cubicBezTo>
                  <a:pt x="819374" y="-1853"/>
                  <a:pt x="940249" y="-17201"/>
                  <a:pt x="1160251" y="0"/>
                </a:cubicBezTo>
                <a:cubicBezTo>
                  <a:pt x="1380253" y="17201"/>
                  <a:pt x="1547927" y="-17799"/>
                  <a:pt x="1663756" y="0"/>
                </a:cubicBezTo>
                <a:cubicBezTo>
                  <a:pt x="1779585" y="17799"/>
                  <a:pt x="2042956" y="14993"/>
                  <a:pt x="2189153" y="0"/>
                </a:cubicBezTo>
                <a:cubicBezTo>
                  <a:pt x="2202794" y="90796"/>
                  <a:pt x="2203933" y="174205"/>
                  <a:pt x="2189153" y="338554"/>
                </a:cubicBezTo>
                <a:cubicBezTo>
                  <a:pt x="1945298" y="317111"/>
                  <a:pt x="1871529" y="331982"/>
                  <a:pt x="1619973" y="338554"/>
                </a:cubicBezTo>
                <a:cubicBezTo>
                  <a:pt x="1368417" y="345126"/>
                  <a:pt x="1353812" y="334151"/>
                  <a:pt x="1138360" y="338554"/>
                </a:cubicBezTo>
                <a:cubicBezTo>
                  <a:pt x="922908" y="342957"/>
                  <a:pt x="857919" y="364050"/>
                  <a:pt x="612963" y="338554"/>
                </a:cubicBezTo>
                <a:cubicBezTo>
                  <a:pt x="368007" y="313058"/>
                  <a:pt x="215666" y="347584"/>
                  <a:pt x="0" y="338554"/>
                </a:cubicBezTo>
                <a:cubicBezTo>
                  <a:pt x="7694" y="216566"/>
                  <a:pt x="2795" y="135709"/>
                  <a:pt x="0" y="0"/>
                </a:cubicBezTo>
                <a:close/>
              </a:path>
            </a:pathLst>
          </a:custGeom>
          <a:noFill/>
          <a:ln w="28575">
            <a:noFill/>
            <a:extLst>
              <a:ext uri="{C807C97D-BFC1-408E-A445-0C87EB9F89A2}">
                <ask:lineSketchStyleProps xmlns:ask="http://schemas.microsoft.com/office/drawing/2018/sketchyshapes" sd="83223180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de-DE"/>
            </a:defPPr>
            <a:lvl1pPr algn="ctr">
              <a:defRPr b="1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sz="1600" b="0" dirty="0">
                <a:solidFill>
                  <a:schemeClr val="tx1"/>
                </a:solidFill>
              </a:rPr>
              <a:t>Bag of Words</a:t>
            </a:r>
            <a:endParaRPr sz="1600" b="0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F4DBFE9-86AA-4B63-81F3-D6C31798CB27}"/>
              </a:ext>
            </a:extLst>
          </p:cNvPr>
          <p:cNvCxnSpPr>
            <a:cxnSpLocks/>
          </p:cNvCxnSpPr>
          <p:nvPr/>
        </p:nvCxnSpPr>
        <p:spPr>
          <a:xfrm>
            <a:off x="3870748" y="5276641"/>
            <a:ext cx="96297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FA27BA1D-22F9-4DF8-8349-1E7C7A904F73}"/>
              </a:ext>
            </a:extLst>
          </p:cNvPr>
          <p:cNvSpPr txBox="1"/>
          <p:nvPr/>
        </p:nvSpPr>
        <p:spPr>
          <a:xfrm>
            <a:off x="4816625" y="2760041"/>
            <a:ext cx="2310657" cy="338554"/>
          </a:xfrm>
          <a:custGeom>
            <a:avLst/>
            <a:gdLst>
              <a:gd name="connsiteX0" fmla="*/ 0 w 2310657"/>
              <a:gd name="connsiteY0" fmla="*/ 0 h 338554"/>
              <a:gd name="connsiteX1" fmla="*/ 623877 w 2310657"/>
              <a:gd name="connsiteY1" fmla="*/ 0 h 338554"/>
              <a:gd name="connsiteX2" fmla="*/ 1224648 w 2310657"/>
              <a:gd name="connsiteY2" fmla="*/ 0 h 338554"/>
              <a:gd name="connsiteX3" fmla="*/ 1756099 w 2310657"/>
              <a:gd name="connsiteY3" fmla="*/ 0 h 338554"/>
              <a:gd name="connsiteX4" fmla="*/ 2310657 w 2310657"/>
              <a:gd name="connsiteY4" fmla="*/ 0 h 338554"/>
              <a:gd name="connsiteX5" fmla="*/ 2310657 w 2310657"/>
              <a:gd name="connsiteY5" fmla="*/ 338554 h 338554"/>
              <a:gd name="connsiteX6" fmla="*/ 1709886 w 2310657"/>
              <a:gd name="connsiteY6" fmla="*/ 338554 h 338554"/>
              <a:gd name="connsiteX7" fmla="*/ 1201542 w 2310657"/>
              <a:gd name="connsiteY7" fmla="*/ 338554 h 338554"/>
              <a:gd name="connsiteX8" fmla="*/ 646984 w 2310657"/>
              <a:gd name="connsiteY8" fmla="*/ 338554 h 338554"/>
              <a:gd name="connsiteX9" fmla="*/ 0 w 2310657"/>
              <a:gd name="connsiteY9" fmla="*/ 338554 h 338554"/>
              <a:gd name="connsiteX10" fmla="*/ 0 w 2310657"/>
              <a:gd name="connsiteY10" fmla="*/ 0 h 338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310657" h="338554" extrusionOk="0">
                <a:moveTo>
                  <a:pt x="0" y="0"/>
                </a:moveTo>
                <a:cubicBezTo>
                  <a:pt x="295396" y="11807"/>
                  <a:pt x="406383" y="21983"/>
                  <a:pt x="623877" y="0"/>
                </a:cubicBezTo>
                <a:cubicBezTo>
                  <a:pt x="841371" y="-21983"/>
                  <a:pt x="1076819" y="7445"/>
                  <a:pt x="1224648" y="0"/>
                </a:cubicBezTo>
                <a:cubicBezTo>
                  <a:pt x="1372477" y="-7445"/>
                  <a:pt x="1638248" y="25171"/>
                  <a:pt x="1756099" y="0"/>
                </a:cubicBezTo>
                <a:cubicBezTo>
                  <a:pt x="1873950" y="-25171"/>
                  <a:pt x="2135335" y="-16345"/>
                  <a:pt x="2310657" y="0"/>
                </a:cubicBezTo>
                <a:cubicBezTo>
                  <a:pt x="2324298" y="90796"/>
                  <a:pt x="2325437" y="174205"/>
                  <a:pt x="2310657" y="338554"/>
                </a:cubicBezTo>
                <a:cubicBezTo>
                  <a:pt x="2065334" y="348571"/>
                  <a:pt x="1963182" y="321220"/>
                  <a:pt x="1709886" y="338554"/>
                </a:cubicBezTo>
                <a:cubicBezTo>
                  <a:pt x="1456590" y="355888"/>
                  <a:pt x="1402788" y="338421"/>
                  <a:pt x="1201542" y="338554"/>
                </a:cubicBezTo>
                <a:cubicBezTo>
                  <a:pt x="1000296" y="338687"/>
                  <a:pt x="835232" y="332405"/>
                  <a:pt x="646984" y="338554"/>
                </a:cubicBezTo>
                <a:cubicBezTo>
                  <a:pt x="458736" y="344703"/>
                  <a:pt x="165023" y="331982"/>
                  <a:pt x="0" y="338554"/>
                </a:cubicBezTo>
                <a:cubicBezTo>
                  <a:pt x="7694" y="216566"/>
                  <a:pt x="2795" y="135709"/>
                  <a:pt x="0" y="0"/>
                </a:cubicBezTo>
                <a:close/>
              </a:path>
            </a:pathLst>
          </a:custGeom>
          <a:noFill/>
          <a:ln w="28575">
            <a:noFill/>
            <a:extLst>
              <a:ext uri="{C807C97D-BFC1-408E-A445-0C87EB9F89A2}">
                <ask:lineSketchStyleProps xmlns:ask="http://schemas.microsoft.com/office/drawing/2018/sketchyshapes" sd="83223180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de-DE"/>
            </a:defPPr>
            <a:lvl1pPr algn="ctr">
              <a:defRPr b="1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sz="1600" b="0" dirty="0">
                <a:solidFill>
                  <a:schemeClr val="tx1"/>
                </a:solidFill>
              </a:rPr>
              <a:t>Static Word Embeddings</a:t>
            </a:r>
            <a:endParaRPr sz="1600" b="0" dirty="0">
              <a:solidFill>
                <a:schemeClr val="tx1"/>
              </a:solidFill>
            </a:endParaRP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70092BBE-9591-4CF5-A8FD-0B6EEC71D94B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896"/>
          <a:stretch/>
        </p:blipFill>
        <p:spPr>
          <a:xfrm>
            <a:off x="4872893" y="3035290"/>
            <a:ext cx="2357719" cy="1320606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2EC86C99-EED4-446F-8061-02529DAB0214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74" t="37975" r="24027"/>
          <a:stretch/>
        </p:blipFill>
        <p:spPr>
          <a:xfrm>
            <a:off x="5001279" y="4655460"/>
            <a:ext cx="1716052" cy="1144956"/>
          </a:xfrm>
          <a:prstGeom prst="rect">
            <a:avLst/>
          </a:prstGeom>
        </p:spPr>
      </p:pic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7B51ADD-6E70-4EE7-A6A4-D7816E04CD5E}"/>
              </a:ext>
            </a:extLst>
          </p:cNvPr>
          <p:cNvCxnSpPr>
            <a:cxnSpLocks/>
          </p:cNvCxnSpPr>
          <p:nvPr/>
        </p:nvCxnSpPr>
        <p:spPr>
          <a:xfrm>
            <a:off x="7254775" y="3548031"/>
            <a:ext cx="96297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BF5A5BB-9CB1-4A7C-AA1F-426D71323730}"/>
              </a:ext>
            </a:extLst>
          </p:cNvPr>
          <p:cNvCxnSpPr>
            <a:cxnSpLocks/>
          </p:cNvCxnSpPr>
          <p:nvPr/>
        </p:nvCxnSpPr>
        <p:spPr>
          <a:xfrm>
            <a:off x="7247708" y="5267095"/>
            <a:ext cx="96297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A9668F56-5D32-4EB4-8009-ADD09A13E443}"/>
              </a:ext>
            </a:extLst>
          </p:cNvPr>
          <p:cNvSpPr txBox="1"/>
          <p:nvPr/>
        </p:nvSpPr>
        <p:spPr>
          <a:xfrm>
            <a:off x="8193585" y="2759207"/>
            <a:ext cx="2310657" cy="338554"/>
          </a:xfrm>
          <a:custGeom>
            <a:avLst/>
            <a:gdLst>
              <a:gd name="connsiteX0" fmla="*/ 0 w 2310657"/>
              <a:gd name="connsiteY0" fmla="*/ 0 h 338554"/>
              <a:gd name="connsiteX1" fmla="*/ 623877 w 2310657"/>
              <a:gd name="connsiteY1" fmla="*/ 0 h 338554"/>
              <a:gd name="connsiteX2" fmla="*/ 1224648 w 2310657"/>
              <a:gd name="connsiteY2" fmla="*/ 0 h 338554"/>
              <a:gd name="connsiteX3" fmla="*/ 1756099 w 2310657"/>
              <a:gd name="connsiteY3" fmla="*/ 0 h 338554"/>
              <a:gd name="connsiteX4" fmla="*/ 2310657 w 2310657"/>
              <a:gd name="connsiteY4" fmla="*/ 0 h 338554"/>
              <a:gd name="connsiteX5" fmla="*/ 2310657 w 2310657"/>
              <a:gd name="connsiteY5" fmla="*/ 338554 h 338554"/>
              <a:gd name="connsiteX6" fmla="*/ 1709886 w 2310657"/>
              <a:gd name="connsiteY6" fmla="*/ 338554 h 338554"/>
              <a:gd name="connsiteX7" fmla="*/ 1201542 w 2310657"/>
              <a:gd name="connsiteY7" fmla="*/ 338554 h 338554"/>
              <a:gd name="connsiteX8" fmla="*/ 646984 w 2310657"/>
              <a:gd name="connsiteY8" fmla="*/ 338554 h 338554"/>
              <a:gd name="connsiteX9" fmla="*/ 0 w 2310657"/>
              <a:gd name="connsiteY9" fmla="*/ 338554 h 338554"/>
              <a:gd name="connsiteX10" fmla="*/ 0 w 2310657"/>
              <a:gd name="connsiteY10" fmla="*/ 0 h 338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310657" h="338554" extrusionOk="0">
                <a:moveTo>
                  <a:pt x="0" y="0"/>
                </a:moveTo>
                <a:cubicBezTo>
                  <a:pt x="295396" y="11807"/>
                  <a:pt x="406383" y="21983"/>
                  <a:pt x="623877" y="0"/>
                </a:cubicBezTo>
                <a:cubicBezTo>
                  <a:pt x="841371" y="-21983"/>
                  <a:pt x="1076819" y="7445"/>
                  <a:pt x="1224648" y="0"/>
                </a:cubicBezTo>
                <a:cubicBezTo>
                  <a:pt x="1372477" y="-7445"/>
                  <a:pt x="1638248" y="25171"/>
                  <a:pt x="1756099" y="0"/>
                </a:cubicBezTo>
                <a:cubicBezTo>
                  <a:pt x="1873950" y="-25171"/>
                  <a:pt x="2135335" y="-16345"/>
                  <a:pt x="2310657" y="0"/>
                </a:cubicBezTo>
                <a:cubicBezTo>
                  <a:pt x="2324298" y="90796"/>
                  <a:pt x="2325437" y="174205"/>
                  <a:pt x="2310657" y="338554"/>
                </a:cubicBezTo>
                <a:cubicBezTo>
                  <a:pt x="2065334" y="348571"/>
                  <a:pt x="1963182" y="321220"/>
                  <a:pt x="1709886" y="338554"/>
                </a:cubicBezTo>
                <a:cubicBezTo>
                  <a:pt x="1456590" y="355888"/>
                  <a:pt x="1402788" y="338421"/>
                  <a:pt x="1201542" y="338554"/>
                </a:cubicBezTo>
                <a:cubicBezTo>
                  <a:pt x="1000296" y="338687"/>
                  <a:pt x="835232" y="332405"/>
                  <a:pt x="646984" y="338554"/>
                </a:cubicBezTo>
                <a:cubicBezTo>
                  <a:pt x="458736" y="344703"/>
                  <a:pt x="165023" y="331982"/>
                  <a:pt x="0" y="338554"/>
                </a:cubicBezTo>
                <a:cubicBezTo>
                  <a:pt x="7694" y="216566"/>
                  <a:pt x="2795" y="135709"/>
                  <a:pt x="0" y="0"/>
                </a:cubicBezTo>
                <a:close/>
              </a:path>
            </a:pathLst>
          </a:custGeom>
          <a:noFill/>
          <a:ln w="28575">
            <a:noFill/>
            <a:extLst>
              <a:ext uri="{C807C97D-BFC1-408E-A445-0C87EB9F89A2}">
                <ask:lineSketchStyleProps xmlns:ask="http://schemas.microsoft.com/office/drawing/2018/sketchyshapes" sd="83223180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de-DE"/>
            </a:defPPr>
            <a:lvl1pPr algn="ctr">
              <a:defRPr b="1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sz="1600" b="0" dirty="0">
                <a:solidFill>
                  <a:schemeClr val="tx1"/>
                </a:solidFill>
              </a:rPr>
              <a:t>Contextual Embeddings</a:t>
            </a:r>
            <a:endParaRPr sz="1600" b="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F0E7B3-8748-4824-851C-7CD39A773B46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30"/>
          <a:stretch/>
        </p:blipFill>
        <p:spPr>
          <a:xfrm>
            <a:off x="8545837" y="3090754"/>
            <a:ext cx="1606151" cy="1469312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A3D54C3-4FD8-4076-A5DC-F5DF1EDFD89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5890" y="4797943"/>
            <a:ext cx="1769847" cy="1002473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4B30F141-FC5F-4F71-9A23-7B623D49D5D4}"/>
              </a:ext>
            </a:extLst>
          </p:cNvPr>
          <p:cNvSpPr txBox="1"/>
          <p:nvPr/>
        </p:nvSpPr>
        <p:spPr>
          <a:xfrm>
            <a:off x="4746755" y="5772022"/>
            <a:ext cx="2310657" cy="338554"/>
          </a:xfrm>
          <a:custGeom>
            <a:avLst/>
            <a:gdLst>
              <a:gd name="connsiteX0" fmla="*/ 0 w 2310657"/>
              <a:gd name="connsiteY0" fmla="*/ 0 h 338554"/>
              <a:gd name="connsiteX1" fmla="*/ 623877 w 2310657"/>
              <a:gd name="connsiteY1" fmla="*/ 0 h 338554"/>
              <a:gd name="connsiteX2" fmla="*/ 1224648 w 2310657"/>
              <a:gd name="connsiteY2" fmla="*/ 0 h 338554"/>
              <a:gd name="connsiteX3" fmla="*/ 1756099 w 2310657"/>
              <a:gd name="connsiteY3" fmla="*/ 0 h 338554"/>
              <a:gd name="connsiteX4" fmla="*/ 2310657 w 2310657"/>
              <a:gd name="connsiteY4" fmla="*/ 0 h 338554"/>
              <a:gd name="connsiteX5" fmla="*/ 2310657 w 2310657"/>
              <a:gd name="connsiteY5" fmla="*/ 338554 h 338554"/>
              <a:gd name="connsiteX6" fmla="*/ 1709886 w 2310657"/>
              <a:gd name="connsiteY6" fmla="*/ 338554 h 338554"/>
              <a:gd name="connsiteX7" fmla="*/ 1201542 w 2310657"/>
              <a:gd name="connsiteY7" fmla="*/ 338554 h 338554"/>
              <a:gd name="connsiteX8" fmla="*/ 646984 w 2310657"/>
              <a:gd name="connsiteY8" fmla="*/ 338554 h 338554"/>
              <a:gd name="connsiteX9" fmla="*/ 0 w 2310657"/>
              <a:gd name="connsiteY9" fmla="*/ 338554 h 338554"/>
              <a:gd name="connsiteX10" fmla="*/ 0 w 2310657"/>
              <a:gd name="connsiteY10" fmla="*/ 0 h 338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310657" h="338554" extrusionOk="0">
                <a:moveTo>
                  <a:pt x="0" y="0"/>
                </a:moveTo>
                <a:cubicBezTo>
                  <a:pt x="295396" y="11807"/>
                  <a:pt x="406383" y="21983"/>
                  <a:pt x="623877" y="0"/>
                </a:cubicBezTo>
                <a:cubicBezTo>
                  <a:pt x="841371" y="-21983"/>
                  <a:pt x="1076819" y="7445"/>
                  <a:pt x="1224648" y="0"/>
                </a:cubicBezTo>
                <a:cubicBezTo>
                  <a:pt x="1372477" y="-7445"/>
                  <a:pt x="1638248" y="25171"/>
                  <a:pt x="1756099" y="0"/>
                </a:cubicBezTo>
                <a:cubicBezTo>
                  <a:pt x="1873950" y="-25171"/>
                  <a:pt x="2135335" y="-16345"/>
                  <a:pt x="2310657" y="0"/>
                </a:cubicBezTo>
                <a:cubicBezTo>
                  <a:pt x="2324298" y="90796"/>
                  <a:pt x="2325437" y="174205"/>
                  <a:pt x="2310657" y="338554"/>
                </a:cubicBezTo>
                <a:cubicBezTo>
                  <a:pt x="2065334" y="348571"/>
                  <a:pt x="1963182" y="321220"/>
                  <a:pt x="1709886" y="338554"/>
                </a:cubicBezTo>
                <a:cubicBezTo>
                  <a:pt x="1456590" y="355888"/>
                  <a:pt x="1402788" y="338421"/>
                  <a:pt x="1201542" y="338554"/>
                </a:cubicBezTo>
                <a:cubicBezTo>
                  <a:pt x="1000296" y="338687"/>
                  <a:pt x="835232" y="332405"/>
                  <a:pt x="646984" y="338554"/>
                </a:cubicBezTo>
                <a:cubicBezTo>
                  <a:pt x="458736" y="344703"/>
                  <a:pt x="165023" y="331982"/>
                  <a:pt x="0" y="338554"/>
                </a:cubicBezTo>
                <a:cubicBezTo>
                  <a:pt x="7694" y="216566"/>
                  <a:pt x="2795" y="135709"/>
                  <a:pt x="0" y="0"/>
                </a:cubicBezTo>
                <a:close/>
              </a:path>
            </a:pathLst>
          </a:custGeom>
          <a:noFill/>
          <a:ln w="28575">
            <a:noFill/>
            <a:extLst>
              <a:ext uri="{C807C97D-BFC1-408E-A445-0C87EB9F89A2}">
                <ask:lineSketchStyleProps xmlns:ask="http://schemas.microsoft.com/office/drawing/2018/sketchyshapes" sd="83223180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de-DE"/>
            </a:defPPr>
            <a:lvl1pPr algn="ctr">
              <a:defRPr b="1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sz="1600" b="0" dirty="0">
                <a:solidFill>
                  <a:schemeClr val="tx1"/>
                </a:solidFill>
              </a:rPr>
              <a:t>Neural Networks</a:t>
            </a:r>
            <a:endParaRPr sz="1600" b="0" dirty="0">
              <a:solidFill>
                <a:schemeClr val="tx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4394DFB-F30B-4E26-B23F-772342D34153}"/>
              </a:ext>
            </a:extLst>
          </p:cNvPr>
          <p:cNvSpPr txBox="1"/>
          <p:nvPr/>
        </p:nvSpPr>
        <p:spPr>
          <a:xfrm>
            <a:off x="8250819" y="5773815"/>
            <a:ext cx="2310657" cy="338554"/>
          </a:xfrm>
          <a:custGeom>
            <a:avLst/>
            <a:gdLst>
              <a:gd name="connsiteX0" fmla="*/ 0 w 2310657"/>
              <a:gd name="connsiteY0" fmla="*/ 0 h 338554"/>
              <a:gd name="connsiteX1" fmla="*/ 623877 w 2310657"/>
              <a:gd name="connsiteY1" fmla="*/ 0 h 338554"/>
              <a:gd name="connsiteX2" fmla="*/ 1224648 w 2310657"/>
              <a:gd name="connsiteY2" fmla="*/ 0 h 338554"/>
              <a:gd name="connsiteX3" fmla="*/ 1756099 w 2310657"/>
              <a:gd name="connsiteY3" fmla="*/ 0 h 338554"/>
              <a:gd name="connsiteX4" fmla="*/ 2310657 w 2310657"/>
              <a:gd name="connsiteY4" fmla="*/ 0 h 338554"/>
              <a:gd name="connsiteX5" fmla="*/ 2310657 w 2310657"/>
              <a:gd name="connsiteY5" fmla="*/ 338554 h 338554"/>
              <a:gd name="connsiteX6" fmla="*/ 1709886 w 2310657"/>
              <a:gd name="connsiteY6" fmla="*/ 338554 h 338554"/>
              <a:gd name="connsiteX7" fmla="*/ 1201542 w 2310657"/>
              <a:gd name="connsiteY7" fmla="*/ 338554 h 338554"/>
              <a:gd name="connsiteX8" fmla="*/ 646984 w 2310657"/>
              <a:gd name="connsiteY8" fmla="*/ 338554 h 338554"/>
              <a:gd name="connsiteX9" fmla="*/ 0 w 2310657"/>
              <a:gd name="connsiteY9" fmla="*/ 338554 h 338554"/>
              <a:gd name="connsiteX10" fmla="*/ 0 w 2310657"/>
              <a:gd name="connsiteY10" fmla="*/ 0 h 338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310657" h="338554" extrusionOk="0">
                <a:moveTo>
                  <a:pt x="0" y="0"/>
                </a:moveTo>
                <a:cubicBezTo>
                  <a:pt x="295396" y="11807"/>
                  <a:pt x="406383" y="21983"/>
                  <a:pt x="623877" y="0"/>
                </a:cubicBezTo>
                <a:cubicBezTo>
                  <a:pt x="841371" y="-21983"/>
                  <a:pt x="1076819" y="7445"/>
                  <a:pt x="1224648" y="0"/>
                </a:cubicBezTo>
                <a:cubicBezTo>
                  <a:pt x="1372477" y="-7445"/>
                  <a:pt x="1638248" y="25171"/>
                  <a:pt x="1756099" y="0"/>
                </a:cubicBezTo>
                <a:cubicBezTo>
                  <a:pt x="1873950" y="-25171"/>
                  <a:pt x="2135335" y="-16345"/>
                  <a:pt x="2310657" y="0"/>
                </a:cubicBezTo>
                <a:cubicBezTo>
                  <a:pt x="2324298" y="90796"/>
                  <a:pt x="2325437" y="174205"/>
                  <a:pt x="2310657" y="338554"/>
                </a:cubicBezTo>
                <a:cubicBezTo>
                  <a:pt x="2065334" y="348571"/>
                  <a:pt x="1963182" y="321220"/>
                  <a:pt x="1709886" y="338554"/>
                </a:cubicBezTo>
                <a:cubicBezTo>
                  <a:pt x="1456590" y="355888"/>
                  <a:pt x="1402788" y="338421"/>
                  <a:pt x="1201542" y="338554"/>
                </a:cubicBezTo>
                <a:cubicBezTo>
                  <a:pt x="1000296" y="338687"/>
                  <a:pt x="835232" y="332405"/>
                  <a:pt x="646984" y="338554"/>
                </a:cubicBezTo>
                <a:cubicBezTo>
                  <a:pt x="458736" y="344703"/>
                  <a:pt x="165023" y="331982"/>
                  <a:pt x="0" y="338554"/>
                </a:cubicBezTo>
                <a:cubicBezTo>
                  <a:pt x="7694" y="216566"/>
                  <a:pt x="2795" y="135709"/>
                  <a:pt x="0" y="0"/>
                </a:cubicBezTo>
                <a:close/>
              </a:path>
            </a:pathLst>
          </a:custGeom>
          <a:noFill/>
          <a:ln w="28575">
            <a:noFill/>
            <a:extLst>
              <a:ext uri="{C807C97D-BFC1-408E-A445-0C87EB9F89A2}">
                <ask:lineSketchStyleProps xmlns:ask="http://schemas.microsoft.com/office/drawing/2018/sketchyshapes" sd="83223180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de-DE"/>
            </a:defPPr>
            <a:lvl1pPr algn="ctr">
              <a:defRPr b="1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sz="1600" b="0" dirty="0">
                <a:solidFill>
                  <a:schemeClr val="tx1"/>
                </a:solidFill>
              </a:rPr>
              <a:t>Transformers</a:t>
            </a:r>
            <a:endParaRPr sz="1600" b="0" dirty="0">
              <a:solidFill>
                <a:schemeClr val="tx1"/>
              </a:solidFill>
            </a:endParaRPr>
          </a:p>
        </p:txBody>
      </p:sp>
      <p:sp>
        <p:nvSpPr>
          <p:cNvPr id="53" name="Title 11">
            <a:extLst>
              <a:ext uri="{FF2B5EF4-FFF2-40B4-BE49-F238E27FC236}">
                <a16:creationId xmlns:a16="http://schemas.microsoft.com/office/drawing/2014/main" id="{6450C926-5D47-4364-830F-C64846650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145740"/>
            <a:ext cx="10515600" cy="1325563"/>
          </a:xfrm>
        </p:spPr>
        <p:txBody>
          <a:bodyPr/>
          <a:lstStyle/>
          <a:p>
            <a:r>
              <a:rPr lang="en-GB" dirty="0"/>
              <a:t>Destination: Large Language Models</a:t>
            </a: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7681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75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25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75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5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750"/>
                            </p:stCondLst>
                            <p:childTnLst>
                              <p:par>
                                <p:cTn id="69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250"/>
                            </p:stCondLst>
                            <p:childTnLst>
                              <p:par>
                                <p:cTn id="75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500"/>
                            </p:stCondLst>
                            <p:childTnLst>
                              <p:par>
                                <p:cTn id="78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750"/>
                            </p:stCondLst>
                            <p:childTnLst>
                              <p:par>
                                <p:cTn id="8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750"/>
                            </p:stCondLst>
                            <p:childTnLst>
                              <p:par>
                                <p:cTn id="84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000"/>
                            </p:stCondLst>
                            <p:childTnLst>
                              <p:par>
                                <p:cTn id="8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000"/>
                            </p:stCondLst>
                            <p:childTnLst>
                              <p:par>
                                <p:cTn id="90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250"/>
                            </p:stCondLst>
                            <p:childTnLst>
                              <p:par>
                                <p:cTn id="93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26" grpId="0"/>
      <p:bldP spid="29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3" grpId="0"/>
      <p:bldP spid="44" grpId="0"/>
      <p:bldP spid="45" grpId="0"/>
      <p:bldP spid="50" grpId="0"/>
      <p:bldP spid="52" grpId="0"/>
      <p:bldP spid="61" grpId="0"/>
      <p:bldP spid="48" grpId="0"/>
      <p:bldP spid="4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B43AB5DE-FD81-4A44-8656-8D2D3EC8F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Destination: Large Language Models</a:t>
            </a:r>
            <a:br>
              <a:rPr lang="en-GB" dirty="0"/>
            </a:br>
            <a:endParaRPr lang="en-GB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6108C7D-B93F-4444-9D54-E253AA1EB8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DA2BE6-4ED9-47C8-8DE3-7DD3278BB6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4DCBD55-91F0-45C8-9EAD-31C5FB32C79B}" type="slidenum">
              <a:rPr lang="de-DE" altLang="de-DE" smtClean="0"/>
              <a:pPr/>
              <a:t>10</a:t>
            </a:fld>
            <a:endParaRPr lang="de-DE" altLang="de-D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27A922-1C08-4F09-A923-7126835CC36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60"/>
          <a:stretch/>
        </p:blipFill>
        <p:spPr>
          <a:xfrm>
            <a:off x="613785" y="2385446"/>
            <a:ext cx="5796112" cy="24593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D947659-B4E0-499A-A064-F8C43F26C3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9277" y="2385446"/>
            <a:ext cx="4504572" cy="255147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D5F2586B-32CD-42B1-81FF-540FAA37A1F7}"/>
              </a:ext>
            </a:extLst>
          </p:cNvPr>
          <p:cNvSpPr txBox="1"/>
          <p:nvPr/>
        </p:nvSpPr>
        <p:spPr>
          <a:xfrm>
            <a:off x="702687" y="2004430"/>
            <a:ext cx="2247402" cy="400110"/>
          </a:xfrm>
          <a:custGeom>
            <a:avLst/>
            <a:gdLst>
              <a:gd name="connsiteX0" fmla="*/ 0 w 2247402"/>
              <a:gd name="connsiteY0" fmla="*/ 0 h 400110"/>
              <a:gd name="connsiteX1" fmla="*/ 606799 w 2247402"/>
              <a:gd name="connsiteY1" fmla="*/ 0 h 400110"/>
              <a:gd name="connsiteX2" fmla="*/ 1191123 w 2247402"/>
              <a:gd name="connsiteY2" fmla="*/ 0 h 400110"/>
              <a:gd name="connsiteX3" fmla="*/ 1708026 w 2247402"/>
              <a:gd name="connsiteY3" fmla="*/ 0 h 400110"/>
              <a:gd name="connsiteX4" fmla="*/ 2247402 w 2247402"/>
              <a:gd name="connsiteY4" fmla="*/ 0 h 400110"/>
              <a:gd name="connsiteX5" fmla="*/ 2247402 w 2247402"/>
              <a:gd name="connsiteY5" fmla="*/ 400110 h 400110"/>
              <a:gd name="connsiteX6" fmla="*/ 1663077 w 2247402"/>
              <a:gd name="connsiteY6" fmla="*/ 400110 h 400110"/>
              <a:gd name="connsiteX7" fmla="*/ 1168649 w 2247402"/>
              <a:gd name="connsiteY7" fmla="*/ 400110 h 400110"/>
              <a:gd name="connsiteX8" fmla="*/ 629273 w 2247402"/>
              <a:gd name="connsiteY8" fmla="*/ 400110 h 400110"/>
              <a:gd name="connsiteX9" fmla="*/ 0 w 2247402"/>
              <a:gd name="connsiteY9" fmla="*/ 400110 h 400110"/>
              <a:gd name="connsiteX10" fmla="*/ 0 w 2247402"/>
              <a:gd name="connsiteY10" fmla="*/ 0 h 400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47402" h="400110" extrusionOk="0">
                <a:moveTo>
                  <a:pt x="0" y="0"/>
                </a:moveTo>
                <a:cubicBezTo>
                  <a:pt x="270888" y="7633"/>
                  <a:pt x="419837" y="1896"/>
                  <a:pt x="606799" y="0"/>
                </a:cubicBezTo>
                <a:cubicBezTo>
                  <a:pt x="793761" y="-1896"/>
                  <a:pt x="911793" y="-22733"/>
                  <a:pt x="1191123" y="0"/>
                </a:cubicBezTo>
                <a:cubicBezTo>
                  <a:pt x="1470453" y="22733"/>
                  <a:pt x="1527992" y="19507"/>
                  <a:pt x="1708026" y="0"/>
                </a:cubicBezTo>
                <a:cubicBezTo>
                  <a:pt x="1888060" y="-19507"/>
                  <a:pt x="1998698" y="17710"/>
                  <a:pt x="2247402" y="0"/>
                </a:cubicBezTo>
                <a:cubicBezTo>
                  <a:pt x="2260581" y="121344"/>
                  <a:pt x="2233407" y="260191"/>
                  <a:pt x="2247402" y="400110"/>
                </a:cubicBezTo>
                <a:cubicBezTo>
                  <a:pt x="2029918" y="371720"/>
                  <a:pt x="1835626" y="392693"/>
                  <a:pt x="1663077" y="400110"/>
                </a:cubicBezTo>
                <a:cubicBezTo>
                  <a:pt x="1490529" y="407527"/>
                  <a:pt x="1308414" y="386581"/>
                  <a:pt x="1168649" y="400110"/>
                </a:cubicBezTo>
                <a:cubicBezTo>
                  <a:pt x="1028884" y="413639"/>
                  <a:pt x="772520" y="402015"/>
                  <a:pt x="629273" y="400110"/>
                </a:cubicBezTo>
                <a:cubicBezTo>
                  <a:pt x="486026" y="398205"/>
                  <a:pt x="176516" y="426281"/>
                  <a:pt x="0" y="400110"/>
                </a:cubicBezTo>
                <a:cubicBezTo>
                  <a:pt x="8190" y="312746"/>
                  <a:pt x="-2455" y="167735"/>
                  <a:pt x="0" y="0"/>
                </a:cubicBezTo>
                <a:close/>
              </a:path>
            </a:pathLst>
          </a:custGeom>
          <a:noFill/>
          <a:ln w="28575">
            <a:noFill/>
            <a:extLst>
              <a:ext uri="{C807C97D-BFC1-408E-A445-0C87EB9F89A2}">
                <ask:lineSketchStyleProps xmlns:ask="http://schemas.microsoft.com/office/drawing/2018/sketchyshapes" sd="83223180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de-DE"/>
            </a:defPPr>
            <a:lvl1pPr algn="ctr">
              <a:defRPr b="1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sz="2000" b="0" dirty="0">
                <a:solidFill>
                  <a:sysClr val="windowText" lastClr="000000"/>
                </a:solidFill>
              </a:rPr>
              <a:t>Logistic regression</a:t>
            </a:r>
            <a:endParaRPr sz="2000" dirty="0">
              <a:solidFill>
                <a:sysClr val="windowText" lastClr="000000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60DD3B1-83F4-4F0C-B61F-5FAE9CCF4296}"/>
              </a:ext>
            </a:extLst>
          </p:cNvPr>
          <p:cNvSpPr txBox="1"/>
          <p:nvPr/>
        </p:nvSpPr>
        <p:spPr>
          <a:xfrm>
            <a:off x="3385421" y="1985336"/>
            <a:ext cx="2247402" cy="400110"/>
          </a:xfrm>
          <a:custGeom>
            <a:avLst/>
            <a:gdLst>
              <a:gd name="connsiteX0" fmla="*/ 0 w 2247402"/>
              <a:gd name="connsiteY0" fmla="*/ 0 h 400110"/>
              <a:gd name="connsiteX1" fmla="*/ 606799 w 2247402"/>
              <a:gd name="connsiteY1" fmla="*/ 0 h 400110"/>
              <a:gd name="connsiteX2" fmla="*/ 1191123 w 2247402"/>
              <a:gd name="connsiteY2" fmla="*/ 0 h 400110"/>
              <a:gd name="connsiteX3" fmla="*/ 1708026 w 2247402"/>
              <a:gd name="connsiteY3" fmla="*/ 0 h 400110"/>
              <a:gd name="connsiteX4" fmla="*/ 2247402 w 2247402"/>
              <a:gd name="connsiteY4" fmla="*/ 0 h 400110"/>
              <a:gd name="connsiteX5" fmla="*/ 2247402 w 2247402"/>
              <a:gd name="connsiteY5" fmla="*/ 400110 h 400110"/>
              <a:gd name="connsiteX6" fmla="*/ 1663077 w 2247402"/>
              <a:gd name="connsiteY6" fmla="*/ 400110 h 400110"/>
              <a:gd name="connsiteX7" fmla="*/ 1168649 w 2247402"/>
              <a:gd name="connsiteY7" fmla="*/ 400110 h 400110"/>
              <a:gd name="connsiteX8" fmla="*/ 629273 w 2247402"/>
              <a:gd name="connsiteY8" fmla="*/ 400110 h 400110"/>
              <a:gd name="connsiteX9" fmla="*/ 0 w 2247402"/>
              <a:gd name="connsiteY9" fmla="*/ 400110 h 400110"/>
              <a:gd name="connsiteX10" fmla="*/ 0 w 2247402"/>
              <a:gd name="connsiteY10" fmla="*/ 0 h 400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47402" h="400110" extrusionOk="0">
                <a:moveTo>
                  <a:pt x="0" y="0"/>
                </a:moveTo>
                <a:cubicBezTo>
                  <a:pt x="270888" y="7633"/>
                  <a:pt x="419837" y="1896"/>
                  <a:pt x="606799" y="0"/>
                </a:cubicBezTo>
                <a:cubicBezTo>
                  <a:pt x="793761" y="-1896"/>
                  <a:pt x="911793" y="-22733"/>
                  <a:pt x="1191123" y="0"/>
                </a:cubicBezTo>
                <a:cubicBezTo>
                  <a:pt x="1470453" y="22733"/>
                  <a:pt x="1527992" y="19507"/>
                  <a:pt x="1708026" y="0"/>
                </a:cubicBezTo>
                <a:cubicBezTo>
                  <a:pt x="1888060" y="-19507"/>
                  <a:pt x="1998698" y="17710"/>
                  <a:pt x="2247402" y="0"/>
                </a:cubicBezTo>
                <a:cubicBezTo>
                  <a:pt x="2260581" y="121344"/>
                  <a:pt x="2233407" y="260191"/>
                  <a:pt x="2247402" y="400110"/>
                </a:cubicBezTo>
                <a:cubicBezTo>
                  <a:pt x="2029918" y="371720"/>
                  <a:pt x="1835626" y="392693"/>
                  <a:pt x="1663077" y="400110"/>
                </a:cubicBezTo>
                <a:cubicBezTo>
                  <a:pt x="1490529" y="407527"/>
                  <a:pt x="1308414" y="386581"/>
                  <a:pt x="1168649" y="400110"/>
                </a:cubicBezTo>
                <a:cubicBezTo>
                  <a:pt x="1028884" y="413639"/>
                  <a:pt x="772520" y="402015"/>
                  <a:pt x="629273" y="400110"/>
                </a:cubicBezTo>
                <a:cubicBezTo>
                  <a:pt x="486026" y="398205"/>
                  <a:pt x="176516" y="426281"/>
                  <a:pt x="0" y="400110"/>
                </a:cubicBezTo>
                <a:cubicBezTo>
                  <a:pt x="8190" y="312746"/>
                  <a:pt x="-2455" y="167735"/>
                  <a:pt x="0" y="0"/>
                </a:cubicBezTo>
                <a:close/>
              </a:path>
            </a:pathLst>
          </a:custGeom>
          <a:noFill/>
          <a:ln w="28575">
            <a:noFill/>
            <a:extLst>
              <a:ext uri="{C807C97D-BFC1-408E-A445-0C87EB9F89A2}">
                <ask:lineSketchStyleProps xmlns:ask="http://schemas.microsoft.com/office/drawing/2018/sketchyshapes" sd="83223180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de-DE"/>
            </a:defPPr>
            <a:lvl1pPr algn="ctr">
              <a:defRPr b="1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sz="2000" b="0" dirty="0">
                <a:solidFill>
                  <a:sysClr val="windowText" lastClr="000000"/>
                </a:solidFill>
              </a:rPr>
              <a:t>Neural Networks</a:t>
            </a:r>
            <a:endParaRPr sz="2000" dirty="0">
              <a:solidFill>
                <a:sysClr val="windowText" lastClr="000000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D479D9E-17EB-45DA-98BB-7794A66C25AB}"/>
              </a:ext>
            </a:extLst>
          </p:cNvPr>
          <p:cNvSpPr txBox="1"/>
          <p:nvPr/>
        </p:nvSpPr>
        <p:spPr>
          <a:xfrm>
            <a:off x="7787862" y="1985336"/>
            <a:ext cx="2247402" cy="400110"/>
          </a:xfrm>
          <a:custGeom>
            <a:avLst/>
            <a:gdLst>
              <a:gd name="connsiteX0" fmla="*/ 0 w 2247402"/>
              <a:gd name="connsiteY0" fmla="*/ 0 h 400110"/>
              <a:gd name="connsiteX1" fmla="*/ 606799 w 2247402"/>
              <a:gd name="connsiteY1" fmla="*/ 0 h 400110"/>
              <a:gd name="connsiteX2" fmla="*/ 1191123 w 2247402"/>
              <a:gd name="connsiteY2" fmla="*/ 0 h 400110"/>
              <a:gd name="connsiteX3" fmla="*/ 1708026 w 2247402"/>
              <a:gd name="connsiteY3" fmla="*/ 0 h 400110"/>
              <a:gd name="connsiteX4" fmla="*/ 2247402 w 2247402"/>
              <a:gd name="connsiteY4" fmla="*/ 0 h 400110"/>
              <a:gd name="connsiteX5" fmla="*/ 2247402 w 2247402"/>
              <a:gd name="connsiteY5" fmla="*/ 400110 h 400110"/>
              <a:gd name="connsiteX6" fmla="*/ 1663077 w 2247402"/>
              <a:gd name="connsiteY6" fmla="*/ 400110 h 400110"/>
              <a:gd name="connsiteX7" fmla="*/ 1168649 w 2247402"/>
              <a:gd name="connsiteY7" fmla="*/ 400110 h 400110"/>
              <a:gd name="connsiteX8" fmla="*/ 629273 w 2247402"/>
              <a:gd name="connsiteY8" fmla="*/ 400110 h 400110"/>
              <a:gd name="connsiteX9" fmla="*/ 0 w 2247402"/>
              <a:gd name="connsiteY9" fmla="*/ 400110 h 400110"/>
              <a:gd name="connsiteX10" fmla="*/ 0 w 2247402"/>
              <a:gd name="connsiteY10" fmla="*/ 0 h 400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47402" h="400110" extrusionOk="0">
                <a:moveTo>
                  <a:pt x="0" y="0"/>
                </a:moveTo>
                <a:cubicBezTo>
                  <a:pt x="270888" y="7633"/>
                  <a:pt x="419837" y="1896"/>
                  <a:pt x="606799" y="0"/>
                </a:cubicBezTo>
                <a:cubicBezTo>
                  <a:pt x="793761" y="-1896"/>
                  <a:pt x="911793" y="-22733"/>
                  <a:pt x="1191123" y="0"/>
                </a:cubicBezTo>
                <a:cubicBezTo>
                  <a:pt x="1470453" y="22733"/>
                  <a:pt x="1527992" y="19507"/>
                  <a:pt x="1708026" y="0"/>
                </a:cubicBezTo>
                <a:cubicBezTo>
                  <a:pt x="1888060" y="-19507"/>
                  <a:pt x="1998698" y="17710"/>
                  <a:pt x="2247402" y="0"/>
                </a:cubicBezTo>
                <a:cubicBezTo>
                  <a:pt x="2260581" y="121344"/>
                  <a:pt x="2233407" y="260191"/>
                  <a:pt x="2247402" y="400110"/>
                </a:cubicBezTo>
                <a:cubicBezTo>
                  <a:pt x="2029918" y="371720"/>
                  <a:pt x="1835626" y="392693"/>
                  <a:pt x="1663077" y="400110"/>
                </a:cubicBezTo>
                <a:cubicBezTo>
                  <a:pt x="1490529" y="407527"/>
                  <a:pt x="1308414" y="386581"/>
                  <a:pt x="1168649" y="400110"/>
                </a:cubicBezTo>
                <a:cubicBezTo>
                  <a:pt x="1028884" y="413639"/>
                  <a:pt x="772520" y="402015"/>
                  <a:pt x="629273" y="400110"/>
                </a:cubicBezTo>
                <a:cubicBezTo>
                  <a:pt x="486026" y="398205"/>
                  <a:pt x="176516" y="426281"/>
                  <a:pt x="0" y="400110"/>
                </a:cubicBezTo>
                <a:cubicBezTo>
                  <a:pt x="8190" y="312746"/>
                  <a:pt x="-2455" y="167735"/>
                  <a:pt x="0" y="0"/>
                </a:cubicBezTo>
                <a:close/>
              </a:path>
            </a:pathLst>
          </a:custGeom>
          <a:noFill/>
          <a:ln w="28575">
            <a:noFill/>
            <a:extLst>
              <a:ext uri="{C807C97D-BFC1-408E-A445-0C87EB9F89A2}">
                <ask:lineSketchStyleProps xmlns:ask="http://schemas.microsoft.com/office/drawing/2018/sketchyshapes" sd="83223180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de-DE"/>
            </a:defPPr>
            <a:lvl1pPr algn="ctr">
              <a:defRPr b="1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sz="2000" b="0" dirty="0">
                <a:solidFill>
                  <a:sysClr val="windowText" lastClr="000000"/>
                </a:solidFill>
              </a:rPr>
              <a:t>Transformers</a:t>
            </a:r>
            <a:endParaRPr sz="20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6655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8" grpId="0"/>
      <p:bldP spid="4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DA2BE6-4ED9-47C8-8DE3-7DD3278BB6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E4DCBD55-91F0-45C8-9EAD-31C5FB32C79B}" type="slidenum">
              <a:rPr lang="de-DE" altLang="de-DE" smtClean="0"/>
              <a:pPr>
                <a:defRPr/>
              </a:pPr>
              <a:t>11</a:t>
            </a:fld>
            <a:endParaRPr lang="de-DE" altLang="de-D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B4B793-A2E7-454B-ABD0-4F35BA6003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2513" y="1794333"/>
            <a:ext cx="6766973" cy="4340530"/>
          </a:xfrm>
          <a:prstGeom prst="rect">
            <a:avLst/>
          </a:prstGeom>
        </p:spPr>
      </p:pic>
      <p:sp>
        <p:nvSpPr>
          <p:cNvPr id="10" name="Title 11">
            <a:extLst>
              <a:ext uri="{FF2B5EF4-FFF2-40B4-BE49-F238E27FC236}">
                <a16:creationId xmlns:a16="http://schemas.microsoft.com/office/drawing/2014/main" id="{A6468D3C-E901-4318-BC52-E2C81A890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145740"/>
            <a:ext cx="10515600" cy="1325563"/>
          </a:xfrm>
        </p:spPr>
        <p:txBody>
          <a:bodyPr/>
          <a:lstStyle/>
          <a:p>
            <a:r>
              <a:rPr lang="en-GB" dirty="0"/>
              <a:t>Destination: Large Language Models</a:t>
            </a: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76649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63E4663-1837-4A74-8CA8-D9AB8F3F14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DA2BE6-4ED9-47C8-8DE3-7DD3278BB6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E4DCBD55-91F0-45C8-9EAD-31C5FB32C79B}" type="slidenum">
              <a:rPr lang="de-DE" altLang="de-DE" smtClean="0"/>
              <a:pPr>
                <a:defRPr/>
              </a:pPr>
              <a:t>12</a:t>
            </a:fld>
            <a:endParaRPr lang="de-DE" altLang="de-DE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5F2586B-32CD-42B1-81FF-540FAA37A1F7}"/>
              </a:ext>
            </a:extLst>
          </p:cNvPr>
          <p:cNvSpPr txBox="1"/>
          <p:nvPr/>
        </p:nvSpPr>
        <p:spPr>
          <a:xfrm>
            <a:off x="780933" y="1798072"/>
            <a:ext cx="2247402" cy="400110"/>
          </a:xfrm>
          <a:custGeom>
            <a:avLst/>
            <a:gdLst>
              <a:gd name="connsiteX0" fmla="*/ 0 w 2247402"/>
              <a:gd name="connsiteY0" fmla="*/ 0 h 400110"/>
              <a:gd name="connsiteX1" fmla="*/ 606799 w 2247402"/>
              <a:gd name="connsiteY1" fmla="*/ 0 h 400110"/>
              <a:gd name="connsiteX2" fmla="*/ 1191123 w 2247402"/>
              <a:gd name="connsiteY2" fmla="*/ 0 h 400110"/>
              <a:gd name="connsiteX3" fmla="*/ 1708026 w 2247402"/>
              <a:gd name="connsiteY3" fmla="*/ 0 h 400110"/>
              <a:gd name="connsiteX4" fmla="*/ 2247402 w 2247402"/>
              <a:gd name="connsiteY4" fmla="*/ 0 h 400110"/>
              <a:gd name="connsiteX5" fmla="*/ 2247402 w 2247402"/>
              <a:gd name="connsiteY5" fmla="*/ 400110 h 400110"/>
              <a:gd name="connsiteX6" fmla="*/ 1663077 w 2247402"/>
              <a:gd name="connsiteY6" fmla="*/ 400110 h 400110"/>
              <a:gd name="connsiteX7" fmla="*/ 1168649 w 2247402"/>
              <a:gd name="connsiteY7" fmla="*/ 400110 h 400110"/>
              <a:gd name="connsiteX8" fmla="*/ 629273 w 2247402"/>
              <a:gd name="connsiteY8" fmla="*/ 400110 h 400110"/>
              <a:gd name="connsiteX9" fmla="*/ 0 w 2247402"/>
              <a:gd name="connsiteY9" fmla="*/ 400110 h 400110"/>
              <a:gd name="connsiteX10" fmla="*/ 0 w 2247402"/>
              <a:gd name="connsiteY10" fmla="*/ 0 h 400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47402" h="400110" extrusionOk="0">
                <a:moveTo>
                  <a:pt x="0" y="0"/>
                </a:moveTo>
                <a:cubicBezTo>
                  <a:pt x="270888" y="7633"/>
                  <a:pt x="419837" y="1896"/>
                  <a:pt x="606799" y="0"/>
                </a:cubicBezTo>
                <a:cubicBezTo>
                  <a:pt x="793761" y="-1896"/>
                  <a:pt x="911793" y="-22733"/>
                  <a:pt x="1191123" y="0"/>
                </a:cubicBezTo>
                <a:cubicBezTo>
                  <a:pt x="1470453" y="22733"/>
                  <a:pt x="1527992" y="19507"/>
                  <a:pt x="1708026" y="0"/>
                </a:cubicBezTo>
                <a:cubicBezTo>
                  <a:pt x="1888060" y="-19507"/>
                  <a:pt x="1998698" y="17710"/>
                  <a:pt x="2247402" y="0"/>
                </a:cubicBezTo>
                <a:cubicBezTo>
                  <a:pt x="2260581" y="121344"/>
                  <a:pt x="2233407" y="260191"/>
                  <a:pt x="2247402" y="400110"/>
                </a:cubicBezTo>
                <a:cubicBezTo>
                  <a:pt x="2029918" y="371720"/>
                  <a:pt x="1835626" y="392693"/>
                  <a:pt x="1663077" y="400110"/>
                </a:cubicBezTo>
                <a:cubicBezTo>
                  <a:pt x="1490529" y="407527"/>
                  <a:pt x="1308414" y="386581"/>
                  <a:pt x="1168649" y="400110"/>
                </a:cubicBezTo>
                <a:cubicBezTo>
                  <a:pt x="1028884" y="413639"/>
                  <a:pt x="772520" y="402015"/>
                  <a:pt x="629273" y="400110"/>
                </a:cubicBezTo>
                <a:cubicBezTo>
                  <a:pt x="486026" y="398205"/>
                  <a:pt x="176516" y="426281"/>
                  <a:pt x="0" y="400110"/>
                </a:cubicBezTo>
                <a:cubicBezTo>
                  <a:pt x="8190" y="312746"/>
                  <a:pt x="-2455" y="167735"/>
                  <a:pt x="0" y="0"/>
                </a:cubicBezTo>
                <a:close/>
              </a:path>
            </a:pathLst>
          </a:custGeom>
          <a:noFill/>
          <a:ln w="28575">
            <a:noFill/>
            <a:extLst>
              <a:ext uri="{C807C97D-BFC1-408E-A445-0C87EB9F89A2}">
                <ask:lineSketchStyleProps xmlns:ask="http://schemas.microsoft.com/office/drawing/2018/sketchyshapes" sd="83223180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de-DE"/>
            </a:defPPr>
            <a:lvl1pPr algn="ctr">
              <a:defRPr b="1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sz="2000" b="0" dirty="0">
                <a:solidFill>
                  <a:sysClr val="windowText" lastClr="000000"/>
                </a:solidFill>
              </a:rPr>
              <a:t>Bag of Words</a:t>
            </a:r>
            <a:endParaRPr sz="2000" dirty="0">
              <a:solidFill>
                <a:sysClr val="windowText" lastClr="000000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60DD3B1-83F4-4F0C-B61F-5FAE9CCF4296}"/>
              </a:ext>
            </a:extLst>
          </p:cNvPr>
          <p:cNvSpPr txBox="1"/>
          <p:nvPr/>
        </p:nvSpPr>
        <p:spPr>
          <a:xfrm>
            <a:off x="4091932" y="1798072"/>
            <a:ext cx="2799481" cy="400110"/>
          </a:xfrm>
          <a:custGeom>
            <a:avLst/>
            <a:gdLst>
              <a:gd name="connsiteX0" fmla="*/ 0 w 2799481"/>
              <a:gd name="connsiteY0" fmla="*/ 0 h 400110"/>
              <a:gd name="connsiteX1" fmla="*/ 755860 w 2799481"/>
              <a:gd name="connsiteY1" fmla="*/ 0 h 400110"/>
              <a:gd name="connsiteX2" fmla="*/ 1483725 w 2799481"/>
              <a:gd name="connsiteY2" fmla="*/ 0 h 400110"/>
              <a:gd name="connsiteX3" fmla="*/ 2127606 w 2799481"/>
              <a:gd name="connsiteY3" fmla="*/ 0 h 400110"/>
              <a:gd name="connsiteX4" fmla="*/ 2799481 w 2799481"/>
              <a:gd name="connsiteY4" fmla="*/ 0 h 400110"/>
              <a:gd name="connsiteX5" fmla="*/ 2799481 w 2799481"/>
              <a:gd name="connsiteY5" fmla="*/ 400110 h 400110"/>
              <a:gd name="connsiteX6" fmla="*/ 2071616 w 2799481"/>
              <a:gd name="connsiteY6" fmla="*/ 400110 h 400110"/>
              <a:gd name="connsiteX7" fmla="*/ 1455730 w 2799481"/>
              <a:gd name="connsiteY7" fmla="*/ 400110 h 400110"/>
              <a:gd name="connsiteX8" fmla="*/ 783855 w 2799481"/>
              <a:gd name="connsiteY8" fmla="*/ 400110 h 400110"/>
              <a:gd name="connsiteX9" fmla="*/ 0 w 2799481"/>
              <a:gd name="connsiteY9" fmla="*/ 400110 h 400110"/>
              <a:gd name="connsiteX10" fmla="*/ 0 w 2799481"/>
              <a:gd name="connsiteY10" fmla="*/ 0 h 400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799481" h="400110" extrusionOk="0">
                <a:moveTo>
                  <a:pt x="0" y="0"/>
                </a:moveTo>
                <a:cubicBezTo>
                  <a:pt x="207035" y="-26954"/>
                  <a:pt x="414064" y="-19100"/>
                  <a:pt x="755860" y="0"/>
                </a:cubicBezTo>
                <a:cubicBezTo>
                  <a:pt x="1097656" y="19100"/>
                  <a:pt x="1167554" y="25227"/>
                  <a:pt x="1483725" y="0"/>
                </a:cubicBezTo>
                <a:cubicBezTo>
                  <a:pt x="1799897" y="-25227"/>
                  <a:pt x="1898754" y="13412"/>
                  <a:pt x="2127606" y="0"/>
                </a:cubicBezTo>
                <a:cubicBezTo>
                  <a:pt x="2356458" y="-13412"/>
                  <a:pt x="2575049" y="24500"/>
                  <a:pt x="2799481" y="0"/>
                </a:cubicBezTo>
                <a:cubicBezTo>
                  <a:pt x="2812660" y="121344"/>
                  <a:pt x="2785486" y="260191"/>
                  <a:pt x="2799481" y="400110"/>
                </a:cubicBezTo>
                <a:cubicBezTo>
                  <a:pt x="2540468" y="424224"/>
                  <a:pt x="2224482" y="436487"/>
                  <a:pt x="2071616" y="400110"/>
                </a:cubicBezTo>
                <a:cubicBezTo>
                  <a:pt x="1918750" y="363733"/>
                  <a:pt x="1610056" y="370767"/>
                  <a:pt x="1455730" y="400110"/>
                </a:cubicBezTo>
                <a:cubicBezTo>
                  <a:pt x="1301404" y="429453"/>
                  <a:pt x="1064159" y="423244"/>
                  <a:pt x="783855" y="400110"/>
                </a:cubicBezTo>
                <a:cubicBezTo>
                  <a:pt x="503551" y="376976"/>
                  <a:pt x="242803" y="400633"/>
                  <a:pt x="0" y="400110"/>
                </a:cubicBezTo>
                <a:cubicBezTo>
                  <a:pt x="8190" y="312746"/>
                  <a:pt x="-2455" y="167735"/>
                  <a:pt x="0" y="0"/>
                </a:cubicBezTo>
                <a:close/>
              </a:path>
            </a:pathLst>
          </a:custGeom>
          <a:noFill/>
          <a:ln w="28575">
            <a:noFill/>
            <a:extLst>
              <a:ext uri="{C807C97D-BFC1-408E-A445-0C87EB9F89A2}">
                <ask:lineSketchStyleProps xmlns:ask="http://schemas.microsoft.com/office/drawing/2018/sketchyshapes" sd="83223180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de-DE"/>
            </a:defPPr>
            <a:lvl1pPr algn="ctr">
              <a:defRPr b="1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sz="2000" b="0" dirty="0">
                <a:solidFill>
                  <a:sysClr val="windowText" lastClr="000000"/>
                </a:solidFill>
              </a:rPr>
              <a:t>Static Word Embeddings</a:t>
            </a:r>
            <a:endParaRPr sz="2000" dirty="0">
              <a:solidFill>
                <a:sysClr val="windowText" lastClr="000000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D479D9E-17EB-45DA-98BB-7794A66C25AB}"/>
              </a:ext>
            </a:extLst>
          </p:cNvPr>
          <p:cNvSpPr txBox="1"/>
          <p:nvPr/>
        </p:nvSpPr>
        <p:spPr>
          <a:xfrm>
            <a:off x="7955010" y="1796830"/>
            <a:ext cx="2822988" cy="400110"/>
          </a:xfrm>
          <a:custGeom>
            <a:avLst/>
            <a:gdLst>
              <a:gd name="connsiteX0" fmla="*/ 0 w 2822988"/>
              <a:gd name="connsiteY0" fmla="*/ 0 h 400110"/>
              <a:gd name="connsiteX1" fmla="*/ 621057 w 2822988"/>
              <a:gd name="connsiteY1" fmla="*/ 0 h 400110"/>
              <a:gd name="connsiteX2" fmla="*/ 1213885 w 2822988"/>
              <a:gd name="connsiteY2" fmla="*/ 0 h 400110"/>
              <a:gd name="connsiteX3" fmla="*/ 1722023 w 2822988"/>
              <a:gd name="connsiteY3" fmla="*/ 0 h 400110"/>
              <a:gd name="connsiteX4" fmla="*/ 2230161 w 2822988"/>
              <a:gd name="connsiteY4" fmla="*/ 0 h 400110"/>
              <a:gd name="connsiteX5" fmla="*/ 2822988 w 2822988"/>
              <a:gd name="connsiteY5" fmla="*/ 0 h 400110"/>
              <a:gd name="connsiteX6" fmla="*/ 2822988 w 2822988"/>
              <a:gd name="connsiteY6" fmla="*/ 400110 h 400110"/>
              <a:gd name="connsiteX7" fmla="*/ 2230161 w 2822988"/>
              <a:gd name="connsiteY7" fmla="*/ 400110 h 400110"/>
              <a:gd name="connsiteX8" fmla="*/ 1693793 w 2822988"/>
              <a:gd name="connsiteY8" fmla="*/ 400110 h 400110"/>
              <a:gd name="connsiteX9" fmla="*/ 1185655 w 2822988"/>
              <a:gd name="connsiteY9" fmla="*/ 400110 h 400110"/>
              <a:gd name="connsiteX10" fmla="*/ 677517 w 2822988"/>
              <a:gd name="connsiteY10" fmla="*/ 400110 h 400110"/>
              <a:gd name="connsiteX11" fmla="*/ 0 w 2822988"/>
              <a:gd name="connsiteY11" fmla="*/ 400110 h 400110"/>
              <a:gd name="connsiteX12" fmla="*/ 0 w 2822988"/>
              <a:gd name="connsiteY12" fmla="*/ 0 h 400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822988" h="400110" extrusionOk="0">
                <a:moveTo>
                  <a:pt x="0" y="0"/>
                </a:moveTo>
                <a:cubicBezTo>
                  <a:pt x="216364" y="-11927"/>
                  <a:pt x="389034" y="14464"/>
                  <a:pt x="621057" y="0"/>
                </a:cubicBezTo>
                <a:cubicBezTo>
                  <a:pt x="853080" y="-14464"/>
                  <a:pt x="985106" y="-22855"/>
                  <a:pt x="1213885" y="0"/>
                </a:cubicBezTo>
                <a:cubicBezTo>
                  <a:pt x="1442664" y="22855"/>
                  <a:pt x="1472610" y="-18071"/>
                  <a:pt x="1722023" y="0"/>
                </a:cubicBezTo>
                <a:cubicBezTo>
                  <a:pt x="1971436" y="18071"/>
                  <a:pt x="2044028" y="19956"/>
                  <a:pt x="2230161" y="0"/>
                </a:cubicBezTo>
                <a:cubicBezTo>
                  <a:pt x="2416294" y="-19956"/>
                  <a:pt x="2602954" y="14659"/>
                  <a:pt x="2822988" y="0"/>
                </a:cubicBezTo>
                <a:cubicBezTo>
                  <a:pt x="2826295" y="130753"/>
                  <a:pt x="2828441" y="274359"/>
                  <a:pt x="2822988" y="400110"/>
                </a:cubicBezTo>
                <a:cubicBezTo>
                  <a:pt x="2572200" y="376235"/>
                  <a:pt x="2486440" y="421554"/>
                  <a:pt x="2230161" y="400110"/>
                </a:cubicBezTo>
                <a:cubicBezTo>
                  <a:pt x="1973882" y="378666"/>
                  <a:pt x="1825197" y="399054"/>
                  <a:pt x="1693793" y="400110"/>
                </a:cubicBezTo>
                <a:cubicBezTo>
                  <a:pt x="1562389" y="401166"/>
                  <a:pt x="1357547" y="387346"/>
                  <a:pt x="1185655" y="400110"/>
                </a:cubicBezTo>
                <a:cubicBezTo>
                  <a:pt x="1013763" y="412874"/>
                  <a:pt x="929266" y="403308"/>
                  <a:pt x="677517" y="400110"/>
                </a:cubicBezTo>
                <a:cubicBezTo>
                  <a:pt x="425768" y="396912"/>
                  <a:pt x="335304" y="390047"/>
                  <a:pt x="0" y="400110"/>
                </a:cubicBezTo>
                <a:cubicBezTo>
                  <a:pt x="18383" y="314478"/>
                  <a:pt x="-5097" y="91670"/>
                  <a:pt x="0" y="0"/>
                </a:cubicBezTo>
                <a:close/>
              </a:path>
            </a:pathLst>
          </a:custGeom>
          <a:noFill/>
          <a:ln w="28575">
            <a:noFill/>
            <a:extLst>
              <a:ext uri="{C807C97D-BFC1-408E-A445-0C87EB9F89A2}">
                <ask:lineSketchStyleProps xmlns:ask="http://schemas.microsoft.com/office/drawing/2018/sketchyshapes" sd="83223180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de-DE"/>
            </a:defPPr>
            <a:lvl1pPr algn="ctr">
              <a:defRPr b="1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sz="2000" b="0" dirty="0">
                <a:solidFill>
                  <a:sysClr val="windowText" lastClr="000000"/>
                </a:solidFill>
              </a:rPr>
              <a:t>Contextual </a:t>
            </a:r>
            <a:r>
              <a:rPr lang="en-GB" sz="2000" b="0" dirty="0" err="1">
                <a:solidFill>
                  <a:sysClr val="windowText" lastClr="000000"/>
                </a:solidFill>
              </a:rPr>
              <a:t>Embedddings</a:t>
            </a:r>
            <a:endParaRPr sz="2000" dirty="0">
              <a:solidFill>
                <a:sysClr val="windowText" lastClr="00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9B7C98-88BF-4BFD-ACB7-63BEEBCF95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463" y="2305895"/>
            <a:ext cx="3048322" cy="17894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85AA21-A611-445F-A961-D44790C45B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902" y="4103304"/>
            <a:ext cx="2703463" cy="15098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503A0C5-3CE0-4541-90DA-C4582D7898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8711" y="2305895"/>
            <a:ext cx="7642241" cy="3416564"/>
          </a:xfrm>
          <a:prstGeom prst="rect">
            <a:avLst/>
          </a:prstGeom>
        </p:spPr>
      </p:pic>
      <p:sp>
        <p:nvSpPr>
          <p:cNvPr id="14" name="Title 11">
            <a:extLst>
              <a:ext uri="{FF2B5EF4-FFF2-40B4-BE49-F238E27FC236}">
                <a16:creationId xmlns:a16="http://schemas.microsoft.com/office/drawing/2014/main" id="{63E606C3-0DEC-4EC2-9F89-92F0B3525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145740"/>
            <a:ext cx="10515600" cy="1325563"/>
          </a:xfrm>
        </p:spPr>
        <p:txBody>
          <a:bodyPr/>
          <a:lstStyle/>
          <a:p>
            <a:r>
              <a:rPr lang="en-GB" dirty="0"/>
              <a:t>Destination: Large Language Models</a:t>
            </a: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2893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8" grpId="0"/>
      <p:bldP spid="4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DCBBFF7-2EDB-4DA0-BF5E-08BF2B057E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DA2BE6-4ED9-47C8-8DE3-7DD3278BB6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E4DCBD55-91F0-45C8-9EAD-31C5FB32C79B}" type="slidenum">
              <a:rPr lang="de-DE" altLang="de-DE" smtClean="0"/>
              <a:pPr>
                <a:defRPr/>
              </a:pPr>
              <a:t>13</a:t>
            </a:fld>
            <a:endParaRPr lang="de-DE" altLang="de-DE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5F2586B-32CD-42B1-81FF-540FAA37A1F7}"/>
              </a:ext>
            </a:extLst>
          </p:cNvPr>
          <p:cNvSpPr txBox="1"/>
          <p:nvPr/>
        </p:nvSpPr>
        <p:spPr>
          <a:xfrm>
            <a:off x="780933" y="1798072"/>
            <a:ext cx="2247402" cy="400110"/>
          </a:xfrm>
          <a:custGeom>
            <a:avLst/>
            <a:gdLst>
              <a:gd name="connsiteX0" fmla="*/ 0 w 2247402"/>
              <a:gd name="connsiteY0" fmla="*/ 0 h 400110"/>
              <a:gd name="connsiteX1" fmla="*/ 606799 w 2247402"/>
              <a:gd name="connsiteY1" fmla="*/ 0 h 400110"/>
              <a:gd name="connsiteX2" fmla="*/ 1191123 w 2247402"/>
              <a:gd name="connsiteY2" fmla="*/ 0 h 400110"/>
              <a:gd name="connsiteX3" fmla="*/ 1708026 w 2247402"/>
              <a:gd name="connsiteY3" fmla="*/ 0 h 400110"/>
              <a:gd name="connsiteX4" fmla="*/ 2247402 w 2247402"/>
              <a:gd name="connsiteY4" fmla="*/ 0 h 400110"/>
              <a:gd name="connsiteX5" fmla="*/ 2247402 w 2247402"/>
              <a:gd name="connsiteY5" fmla="*/ 400110 h 400110"/>
              <a:gd name="connsiteX6" fmla="*/ 1663077 w 2247402"/>
              <a:gd name="connsiteY6" fmla="*/ 400110 h 400110"/>
              <a:gd name="connsiteX7" fmla="*/ 1168649 w 2247402"/>
              <a:gd name="connsiteY7" fmla="*/ 400110 h 400110"/>
              <a:gd name="connsiteX8" fmla="*/ 629273 w 2247402"/>
              <a:gd name="connsiteY8" fmla="*/ 400110 h 400110"/>
              <a:gd name="connsiteX9" fmla="*/ 0 w 2247402"/>
              <a:gd name="connsiteY9" fmla="*/ 400110 h 400110"/>
              <a:gd name="connsiteX10" fmla="*/ 0 w 2247402"/>
              <a:gd name="connsiteY10" fmla="*/ 0 h 400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47402" h="400110" extrusionOk="0">
                <a:moveTo>
                  <a:pt x="0" y="0"/>
                </a:moveTo>
                <a:cubicBezTo>
                  <a:pt x="270888" y="7633"/>
                  <a:pt x="419837" y="1896"/>
                  <a:pt x="606799" y="0"/>
                </a:cubicBezTo>
                <a:cubicBezTo>
                  <a:pt x="793761" y="-1896"/>
                  <a:pt x="911793" y="-22733"/>
                  <a:pt x="1191123" y="0"/>
                </a:cubicBezTo>
                <a:cubicBezTo>
                  <a:pt x="1470453" y="22733"/>
                  <a:pt x="1527992" y="19507"/>
                  <a:pt x="1708026" y="0"/>
                </a:cubicBezTo>
                <a:cubicBezTo>
                  <a:pt x="1888060" y="-19507"/>
                  <a:pt x="1998698" y="17710"/>
                  <a:pt x="2247402" y="0"/>
                </a:cubicBezTo>
                <a:cubicBezTo>
                  <a:pt x="2260581" y="121344"/>
                  <a:pt x="2233407" y="260191"/>
                  <a:pt x="2247402" y="400110"/>
                </a:cubicBezTo>
                <a:cubicBezTo>
                  <a:pt x="2029918" y="371720"/>
                  <a:pt x="1835626" y="392693"/>
                  <a:pt x="1663077" y="400110"/>
                </a:cubicBezTo>
                <a:cubicBezTo>
                  <a:pt x="1490529" y="407527"/>
                  <a:pt x="1308414" y="386581"/>
                  <a:pt x="1168649" y="400110"/>
                </a:cubicBezTo>
                <a:cubicBezTo>
                  <a:pt x="1028884" y="413639"/>
                  <a:pt x="772520" y="402015"/>
                  <a:pt x="629273" y="400110"/>
                </a:cubicBezTo>
                <a:cubicBezTo>
                  <a:pt x="486026" y="398205"/>
                  <a:pt x="176516" y="426281"/>
                  <a:pt x="0" y="400110"/>
                </a:cubicBezTo>
                <a:cubicBezTo>
                  <a:pt x="8190" y="312746"/>
                  <a:pt x="-2455" y="167735"/>
                  <a:pt x="0" y="0"/>
                </a:cubicBezTo>
                <a:close/>
              </a:path>
            </a:pathLst>
          </a:custGeom>
          <a:noFill/>
          <a:ln w="28575">
            <a:noFill/>
            <a:extLst>
              <a:ext uri="{C807C97D-BFC1-408E-A445-0C87EB9F89A2}">
                <ask:lineSketchStyleProps xmlns:ask="http://schemas.microsoft.com/office/drawing/2018/sketchyshapes" sd="83223180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de-DE"/>
            </a:defPPr>
            <a:lvl1pPr algn="ctr">
              <a:defRPr b="1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sz="2000" b="0" dirty="0">
                <a:solidFill>
                  <a:sysClr val="windowText" lastClr="000000"/>
                </a:solidFill>
              </a:rPr>
              <a:t>Bag of Words</a:t>
            </a:r>
            <a:endParaRPr sz="2000" dirty="0">
              <a:solidFill>
                <a:sysClr val="windowText" lastClr="000000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60DD3B1-83F4-4F0C-B61F-5FAE9CCF4296}"/>
              </a:ext>
            </a:extLst>
          </p:cNvPr>
          <p:cNvSpPr txBox="1"/>
          <p:nvPr/>
        </p:nvSpPr>
        <p:spPr>
          <a:xfrm>
            <a:off x="4091932" y="1798072"/>
            <a:ext cx="2799481" cy="400110"/>
          </a:xfrm>
          <a:custGeom>
            <a:avLst/>
            <a:gdLst>
              <a:gd name="connsiteX0" fmla="*/ 0 w 2799481"/>
              <a:gd name="connsiteY0" fmla="*/ 0 h 400110"/>
              <a:gd name="connsiteX1" fmla="*/ 755860 w 2799481"/>
              <a:gd name="connsiteY1" fmla="*/ 0 h 400110"/>
              <a:gd name="connsiteX2" fmla="*/ 1483725 w 2799481"/>
              <a:gd name="connsiteY2" fmla="*/ 0 h 400110"/>
              <a:gd name="connsiteX3" fmla="*/ 2127606 w 2799481"/>
              <a:gd name="connsiteY3" fmla="*/ 0 h 400110"/>
              <a:gd name="connsiteX4" fmla="*/ 2799481 w 2799481"/>
              <a:gd name="connsiteY4" fmla="*/ 0 h 400110"/>
              <a:gd name="connsiteX5" fmla="*/ 2799481 w 2799481"/>
              <a:gd name="connsiteY5" fmla="*/ 400110 h 400110"/>
              <a:gd name="connsiteX6" fmla="*/ 2071616 w 2799481"/>
              <a:gd name="connsiteY6" fmla="*/ 400110 h 400110"/>
              <a:gd name="connsiteX7" fmla="*/ 1455730 w 2799481"/>
              <a:gd name="connsiteY7" fmla="*/ 400110 h 400110"/>
              <a:gd name="connsiteX8" fmla="*/ 783855 w 2799481"/>
              <a:gd name="connsiteY8" fmla="*/ 400110 h 400110"/>
              <a:gd name="connsiteX9" fmla="*/ 0 w 2799481"/>
              <a:gd name="connsiteY9" fmla="*/ 400110 h 400110"/>
              <a:gd name="connsiteX10" fmla="*/ 0 w 2799481"/>
              <a:gd name="connsiteY10" fmla="*/ 0 h 400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799481" h="400110" extrusionOk="0">
                <a:moveTo>
                  <a:pt x="0" y="0"/>
                </a:moveTo>
                <a:cubicBezTo>
                  <a:pt x="207035" y="-26954"/>
                  <a:pt x="414064" y="-19100"/>
                  <a:pt x="755860" y="0"/>
                </a:cubicBezTo>
                <a:cubicBezTo>
                  <a:pt x="1097656" y="19100"/>
                  <a:pt x="1167554" y="25227"/>
                  <a:pt x="1483725" y="0"/>
                </a:cubicBezTo>
                <a:cubicBezTo>
                  <a:pt x="1799897" y="-25227"/>
                  <a:pt x="1898754" y="13412"/>
                  <a:pt x="2127606" y="0"/>
                </a:cubicBezTo>
                <a:cubicBezTo>
                  <a:pt x="2356458" y="-13412"/>
                  <a:pt x="2575049" y="24500"/>
                  <a:pt x="2799481" y="0"/>
                </a:cubicBezTo>
                <a:cubicBezTo>
                  <a:pt x="2812660" y="121344"/>
                  <a:pt x="2785486" y="260191"/>
                  <a:pt x="2799481" y="400110"/>
                </a:cubicBezTo>
                <a:cubicBezTo>
                  <a:pt x="2540468" y="424224"/>
                  <a:pt x="2224482" y="436487"/>
                  <a:pt x="2071616" y="400110"/>
                </a:cubicBezTo>
                <a:cubicBezTo>
                  <a:pt x="1918750" y="363733"/>
                  <a:pt x="1610056" y="370767"/>
                  <a:pt x="1455730" y="400110"/>
                </a:cubicBezTo>
                <a:cubicBezTo>
                  <a:pt x="1301404" y="429453"/>
                  <a:pt x="1064159" y="423244"/>
                  <a:pt x="783855" y="400110"/>
                </a:cubicBezTo>
                <a:cubicBezTo>
                  <a:pt x="503551" y="376976"/>
                  <a:pt x="242803" y="400633"/>
                  <a:pt x="0" y="400110"/>
                </a:cubicBezTo>
                <a:cubicBezTo>
                  <a:pt x="8190" y="312746"/>
                  <a:pt x="-2455" y="167735"/>
                  <a:pt x="0" y="0"/>
                </a:cubicBezTo>
                <a:close/>
              </a:path>
            </a:pathLst>
          </a:custGeom>
          <a:noFill/>
          <a:ln w="28575">
            <a:noFill/>
            <a:extLst>
              <a:ext uri="{C807C97D-BFC1-408E-A445-0C87EB9F89A2}">
                <ask:lineSketchStyleProps xmlns:ask="http://schemas.microsoft.com/office/drawing/2018/sketchyshapes" sd="83223180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de-DE"/>
            </a:defPPr>
            <a:lvl1pPr algn="ctr">
              <a:defRPr b="1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sz="2000" b="0" dirty="0">
                <a:solidFill>
                  <a:sysClr val="windowText" lastClr="000000"/>
                </a:solidFill>
              </a:rPr>
              <a:t>Static Word Embeddings</a:t>
            </a:r>
            <a:endParaRPr sz="2000" dirty="0">
              <a:solidFill>
                <a:sysClr val="windowText" lastClr="000000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D479D9E-17EB-45DA-98BB-7794A66C25AB}"/>
              </a:ext>
            </a:extLst>
          </p:cNvPr>
          <p:cNvSpPr txBox="1"/>
          <p:nvPr/>
        </p:nvSpPr>
        <p:spPr>
          <a:xfrm>
            <a:off x="7955010" y="1802783"/>
            <a:ext cx="2822988" cy="400110"/>
          </a:xfrm>
          <a:custGeom>
            <a:avLst/>
            <a:gdLst>
              <a:gd name="connsiteX0" fmla="*/ 0 w 2822988"/>
              <a:gd name="connsiteY0" fmla="*/ 0 h 400110"/>
              <a:gd name="connsiteX1" fmla="*/ 621057 w 2822988"/>
              <a:gd name="connsiteY1" fmla="*/ 0 h 400110"/>
              <a:gd name="connsiteX2" fmla="*/ 1213885 w 2822988"/>
              <a:gd name="connsiteY2" fmla="*/ 0 h 400110"/>
              <a:gd name="connsiteX3" fmla="*/ 1722023 w 2822988"/>
              <a:gd name="connsiteY3" fmla="*/ 0 h 400110"/>
              <a:gd name="connsiteX4" fmla="*/ 2230161 w 2822988"/>
              <a:gd name="connsiteY4" fmla="*/ 0 h 400110"/>
              <a:gd name="connsiteX5" fmla="*/ 2822988 w 2822988"/>
              <a:gd name="connsiteY5" fmla="*/ 0 h 400110"/>
              <a:gd name="connsiteX6" fmla="*/ 2822988 w 2822988"/>
              <a:gd name="connsiteY6" fmla="*/ 400110 h 400110"/>
              <a:gd name="connsiteX7" fmla="*/ 2230161 w 2822988"/>
              <a:gd name="connsiteY7" fmla="*/ 400110 h 400110"/>
              <a:gd name="connsiteX8" fmla="*/ 1693793 w 2822988"/>
              <a:gd name="connsiteY8" fmla="*/ 400110 h 400110"/>
              <a:gd name="connsiteX9" fmla="*/ 1185655 w 2822988"/>
              <a:gd name="connsiteY9" fmla="*/ 400110 h 400110"/>
              <a:gd name="connsiteX10" fmla="*/ 677517 w 2822988"/>
              <a:gd name="connsiteY10" fmla="*/ 400110 h 400110"/>
              <a:gd name="connsiteX11" fmla="*/ 0 w 2822988"/>
              <a:gd name="connsiteY11" fmla="*/ 400110 h 400110"/>
              <a:gd name="connsiteX12" fmla="*/ 0 w 2822988"/>
              <a:gd name="connsiteY12" fmla="*/ 0 h 400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822988" h="400110" extrusionOk="0">
                <a:moveTo>
                  <a:pt x="0" y="0"/>
                </a:moveTo>
                <a:cubicBezTo>
                  <a:pt x="216364" y="-11927"/>
                  <a:pt x="389034" y="14464"/>
                  <a:pt x="621057" y="0"/>
                </a:cubicBezTo>
                <a:cubicBezTo>
                  <a:pt x="853080" y="-14464"/>
                  <a:pt x="985106" y="-22855"/>
                  <a:pt x="1213885" y="0"/>
                </a:cubicBezTo>
                <a:cubicBezTo>
                  <a:pt x="1442664" y="22855"/>
                  <a:pt x="1472610" y="-18071"/>
                  <a:pt x="1722023" y="0"/>
                </a:cubicBezTo>
                <a:cubicBezTo>
                  <a:pt x="1971436" y="18071"/>
                  <a:pt x="2044028" y="19956"/>
                  <a:pt x="2230161" y="0"/>
                </a:cubicBezTo>
                <a:cubicBezTo>
                  <a:pt x="2416294" y="-19956"/>
                  <a:pt x="2602954" y="14659"/>
                  <a:pt x="2822988" y="0"/>
                </a:cubicBezTo>
                <a:cubicBezTo>
                  <a:pt x="2826295" y="130753"/>
                  <a:pt x="2828441" y="274359"/>
                  <a:pt x="2822988" y="400110"/>
                </a:cubicBezTo>
                <a:cubicBezTo>
                  <a:pt x="2572200" y="376235"/>
                  <a:pt x="2486440" y="421554"/>
                  <a:pt x="2230161" y="400110"/>
                </a:cubicBezTo>
                <a:cubicBezTo>
                  <a:pt x="1973882" y="378666"/>
                  <a:pt x="1825197" y="399054"/>
                  <a:pt x="1693793" y="400110"/>
                </a:cubicBezTo>
                <a:cubicBezTo>
                  <a:pt x="1562389" y="401166"/>
                  <a:pt x="1357547" y="387346"/>
                  <a:pt x="1185655" y="400110"/>
                </a:cubicBezTo>
                <a:cubicBezTo>
                  <a:pt x="1013763" y="412874"/>
                  <a:pt x="929266" y="403308"/>
                  <a:pt x="677517" y="400110"/>
                </a:cubicBezTo>
                <a:cubicBezTo>
                  <a:pt x="425768" y="396912"/>
                  <a:pt x="335304" y="390047"/>
                  <a:pt x="0" y="400110"/>
                </a:cubicBezTo>
                <a:cubicBezTo>
                  <a:pt x="18383" y="314478"/>
                  <a:pt x="-5097" y="91670"/>
                  <a:pt x="0" y="0"/>
                </a:cubicBezTo>
                <a:close/>
              </a:path>
            </a:pathLst>
          </a:custGeom>
          <a:noFill/>
          <a:ln w="28575">
            <a:noFill/>
            <a:extLst>
              <a:ext uri="{C807C97D-BFC1-408E-A445-0C87EB9F89A2}">
                <ask:lineSketchStyleProps xmlns:ask="http://schemas.microsoft.com/office/drawing/2018/sketchyshapes" sd="83223180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de-DE"/>
            </a:defPPr>
            <a:lvl1pPr algn="ctr">
              <a:defRPr b="1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sz="2000" b="0" dirty="0">
                <a:solidFill>
                  <a:sysClr val="windowText" lastClr="000000"/>
                </a:solidFill>
              </a:rPr>
              <a:t>Contextual </a:t>
            </a:r>
            <a:r>
              <a:rPr lang="en-GB" sz="2000" b="0" dirty="0" err="1">
                <a:solidFill>
                  <a:sysClr val="windowText" lastClr="000000"/>
                </a:solidFill>
              </a:rPr>
              <a:t>Embedddings</a:t>
            </a:r>
            <a:endParaRPr sz="2000" dirty="0">
              <a:solidFill>
                <a:sysClr val="windowText" lastClr="00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9B7C98-88BF-4BFD-ACB7-63BEEBCF95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463" y="2305895"/>
            <a:ext cx="3048322" cy="17894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85AA21-A611-445F-A961-D44790C45B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902" y="4103304"/>
            <a:ext cx="2703463" cy="1509829"/>
          </a:xfrm>
          <a:prstGeom prst="rect">
            <a:avLst/>
          </a:prstGeom>
        </p:spPr>
      </p:pic>
      <p:pic>
        <p:nvPicPr>
          <p:cNvPr id="24" name="Google Shape;536;p55">
            <a:extLst>
              <a:ext uri="{FF2B5EF4-FFF2-40B4-BE49-F238E27FC236}">
                <a16:creationId xmlns:a16="http://schemas.microsoft.com/office/drawing/2014/main" id="{1713F2F1-FFC3-4DCD-9069-91DBD27DBFC9}"/>
              </a:ext>
            </a:extLst>
          </p:cNvPr>
          <p:cNvPicPr preferRelativeResize="0"/>
          <p:nvPr/>
        </p:nvPicPr>
        <p:blipFill rotWithShape="1">
          <a:blip r:embed="rId5">
            <a:alphaModFix amt="28000"/>
          </a:blip>
          <a:srcRect/>
          <a:stretch/>
        </p:blipFill>
        <p:spPr>
          <a:xfrm>
            <a:off x="7673019" y="2334149"/>
            <a:ext cx="3723266" cy="3354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540;p55">
            <a:extLst>
              <a:ext uri="{FF2B5EF4-FFF2-40B4-BE49-F238E27FC236}">
                <a16:creationId xmlns:a16="http://schemas.microsoft.com/office/drawing/2014/main" id="{EC48DA6B-DA96-4ACC-B24B-447F8D3358D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779046" y="2334149"/>
            <a:ext cx="3791976" cy="3389351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541;p55">
            <a:extLst>
              <a:ext uri="{FF2B5EF4-FFF2-40B4-BE49-F238E27FC236}">
                <a16:creationId xmlns:a16="http://schemas.microsoft.com/office/drawing/2014/main" id="{ACA7D498-E53A-4E61-9843-94E2506A2235}"/>
              </a:ext>
            </a:extLst>
          </p:cNvPr>
          <p:cNvSpPr txBox="1"/>
          <p:nvPr/>
        </p:nvSpPr>
        <p:spPr>
          <a:xfrm>
            <a:off x="9838474" y="4326377"/>
            <a:ext cx="1217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900" b="0" i="0" u="none" strike="noStrike" cap="none">
                <a:solidFill>
                  <a:srgbClr val="1C4587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made rhyme an </a:t>
            </a:r>
            <a:r>
              <a:rPr lang="en" sz="900" b="1" i="0" u="none" strike="noStrike" cap="none">
                <a:solidFill>
                  <a:srgbClr val="1C4587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art</a:t>
            </a:r>
            <a:endParaRPr sz="900" b="1" i="0" u="none" strike="noStrike" cap="none">
              <a:solidFill>
                <a:srgbClr val="1C4587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7" name="Google Shape;542;p55">
            <a:extLst>
              <a:ext uri="{FF2B5EF4-FFF2-40B4-BE49-F238E27FC236}">
                <a16:creationId xmlns:a16="http://schemas.microsoft.com/office/drawing/2014/main" id="{75A33384-9180-4382-8881-B83AE582FCC1}"/>
              </a:ext>
            </a:extLst>
          </p:cNvPr>
          <p:cNvSpPr txBox="1"/>
          <p:nvPr/>
        </p:nvSpPr>
        <p:spPr>
          <a:xfrm>
            <a:off x="8559540" y="3939221"/>
            <a:ext cx="1217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900" b="0" i="0" u="none" strike="noStrike" cap="none">
                <a:solidFill>
                  <a:srgbClr val="1C4587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when </a:t>
            </a:r>
            <a:r>
              <a:rPr lang="en" sz="900" b="1" i="0" u="none" strike="noStrike" cap="none">
                <a:solidFill>
                  <a:srgbClr val="1C4587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art</a:t>
            </a:r>
            <a:r>
              <a:rPr lang="en" sz="900" b="0" i="0" u="none" strike="noStrike" cap="none">
                <a:solidFill>
                  <a:srgbClr val="1C4587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was sacred</a:t>
            </a:r>
            <a:endParaRPr sz="900" b="0" i="0" u="none" strike="noStrike" cap="none">
              <a:solidFill>
                <a:srgbClr val="1C4587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8" name="Google Shape;543;p55">
            <a:extLst>
              <a:ext uri="{FF2B5EF4-FFF2-40B4-BE49-F238E27FC236}">
                <a16:creationId xmlns:a16="http://schemas.microsoft.com/office/drawing/2014/main" id="{8F41C572-D4D8-4DF3-9BFD-70CEEED3811F}"/>
              </a:ext>
            </a:extLst>
          </p:cNvPr>
          <p:cNvSpPr txBox="1"/>
          <p:nvPr/>
        </p:nvSpPr>
        <p:spPr>
          <a:xfrm>
            <a:off x="8541752" y="4841574"/>
            <a:ext cx="1217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900" b="0" i="0" u="none" strike="noStrike" cap="none">
                <a:solidFill>
                  <a:srgbClr val="1C4587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thou </a:t>
            </a:r>
            <a:r>
              <a:rPr lang="en" sz="900" b="1" i="0" u="none" strike="noStrike" cap="none">
                <a:solidFill>
                  <a:srgbClr val="1C4587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art</a:t>
            </a:r>
            <a:r>
              <a:rPr lang="en" sz="900" b="0" i="0" u="none" strike="noStrike" cap="none">
                <a:solidFill>
                  <a:srgbClr val="1C4587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to me a fly</a:t>
            </a:r>
            <a:endParaRPr sz="900" b="0" i="0" u="none" strike="noStrike" cap="none">
              <a:solidFill>
                <a:srgbClr val="1C4587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9" name="Google Shape;544;p55">
            <a:extLst>
              <a:ext uri="{FF2B5EF4-FFF2-40B4-BE49-F238E27FC236}">
                <a16:creationId xmlns:a16="http://schemas.microsoft.com/office/drawing/2014/main" id="{C65D4EC3-41FE-4193-A822-602B7682FE2A}"/>
              </a:ext>
            </a:extLst>
          </p:cNvPr>
          <p:cNvSpPr txBox="1"/>
          <p:nvPr/>
        </p:nvSpPr>
        <p:spPr>
          <a:xfrm>
            <a:off x="9293753" y="3115326"/>
            <a:ext cx="2102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900" b="0" i="0" u="none" strike="noStrike" cap="none">
                <a:solidFill>
                  <a:srgbClr val="38761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imparting </a:t>
            </a:r>
            <a:r>
              <a:rPr lang="en" sz="900" b="1" i="0" u="none" strike="noStrike" cap="none">
                <a:solidFill>
                  <a:srgbClr val="38761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science</a:t>
            </a:r>
            <a:r>
              <a:rPr lang="en" sz="900" b="0" i="0" u="none" strike="noStrike" cap="none">
                <a:solidFill>
                  <a:srgbClr val="38761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or celestial truth</a:t>
            </a:r>
            <a:endParaRPr sz="900" b="0" i="0" u="none" strike="noStrike" cap="none">
              <a:solidFill>
                <a:srgbClr val="38761D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0" name="Google Shape;545;p55">
            <a:extLst>
              <a:ext uri="{FF2B5EF4-FFF2-40B4-BE49-F238E27FC236}">
                <a16:creationId xmlns:a16="http://schemas.microsoft.com/office/drawing/2014/main" id="{A4893F80-BD87-4DF6-B33B-984A231FB930}"/>
              </a:ext>
            </a:extLst>
          </p:cNvPr>
          <p:cNvSpPr txBox="1"/>
          <p:nvPr/>
        </p:nvSpPr>
        <p:spPr>
          <a:xfrm>
            <a:off x="10520349" y="3532531"/>
            <a:ext cx="1435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000" b="0" i="0" u="none" strike="noStrike" cap="none">
                <a:solidFill>
                  <a:srgbClr val="99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theirs is a mixt </a:t>
            </a:r>
            <a:r>
              <a:rPr lang="en" sz="1000" b="1" i="0" u="none" strike="noStrike" cap="none">
                <a:solidFill>
                  <a:srgbClr val="99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religion</a:t>
            </a:r>
            <a:endParaRPr sz="1000" b="1" i="0" u="none" strike="noStrike" cap="none">
              <a:solidFill>
                <a:srgbClr val="99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1" name="Google Shape;546;p55">
            <a:extLst>
              <a:ext uri="{FF2B5EF4-FFF2-40B4-BE49-F238E27FC236}">
                <a16:creationId xmlns:a16="http://schemas.microsoft.com/office/drawing/2014/main" id="{6E44DFE2-E1E4-47FE-B4DA-2CC6C2FF5616}"/>
              </a:ext>
            </a:extLst>
          </p:cNvPr>
          <p:cNvSpPr txBox="1"/>
          <p:nvPr/>
        </p:nvSpPr>
        <p:spPr>
          <a:xfrm>
            <a:off x="8317286" y="2890646"/>
            <a:ext cx="1777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900" b="0" i="0" u="none" strike="noStrike" cap="none">
                <a:solidFill>
                  <a:srgbClr val="B45F0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against </a:t>
            </a:r>
            <a:r>
              <a:rPr lang="en" sz="900" b="1" i="0" u="none" strike="noStrike" cap="none">
                <a:solidFill>
                  <a:srgbClr val="B45F0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nature</a:t>
            </a:r>
            <a:r>
              <a:rPr lang="en" sz="900" b="0" i="0" u="none" strike="noStrike" cap="none">
                <a:solidFill>
                  <a:srgbClr val="B45F0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can persuade</a:t>
            </a:r>
            <a:endParaRPr sz="900" b="0" i="0" u="none" strike="noStrike" cap="none">
              <a:solidFill>
                <a:srgbClr val="B45F0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2" name="Google Shape;547;p55">
            <a:extLst>
              <a:ext uri="{FF2B5EF4-FFF2-40B4-BE49-F238E27FC236}">
                <a16:creationId xmlns:a16="http://schemas.microsoft.com/office/drawing/2014/main" id="{B5BDE3C5-FFCC-45DD-B2D5-ED5AABDFE4A8}"/>
              </a:ext>
            </a:extLst>
          </p:cNvPr>
          <p:cNvSpPr txBox="1"/>
          <p:nvPr/>
        </p:nvSpPr>
        <p:spPr>
          <a:xfrm>
            <a:off x="9534654" y="2738686"/>
            <a:ext cx="1521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900" b="0" i="0" u="none" strike="noStrike" cap="none">
                <a:solidFill>
                  <a:srgbClr val="B45F0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 </a:t>
            </a:r>
            <a:r>
              <a:rPr lang="en" sz="900" b="1" i="0" u="none" strike="noStrike" cap="none">
                <a:solidFill>
                  <a:srgbClr val="B45F0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nature</a:t>
            </a:r>
            <a:r>
              <a:rPr lang="en" sz="900" b="0" i="0" u="none" strike="noStrike" cap="none">
                <a:solidFill>
                  <a:srgbClr val="B45F0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of philosophie</a:t>
            </a:r>
            <a:endParaRPr sz="900" b="0" i="0" u="none" strike="noStrike" cap="none">
              <a:solidFill>
                <a:srgbClr val="B45F0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3" name="Google Shape;548;p55">
            <a:extLst>
              <a:ext uri="{FF2B5EF4-FFF2-40B4-BE49-F238E27FC236}">
                <a16:creationId xmlns:a16="http://schemas.microsoft.com/office/drawing/2014/main" id="{885214B7-73E5-4169-BF56-5003B5CC5C64}"/>
              </a:ext>
            </a:extLst>
          </p:cNvPr>
          <p:cNvSpPr txBox="1"/>
          <p:nvPr/>
        </p:nvSpPr>
        <p:spPr>
          <a:xfrm>
            <a:off x="10178914" y="5120222"/>
            <a:ext cx="1217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900" b="1" i="0" u="none" strike="noStrike" cap="none">
                <a:solidFill>
                  <a:srgbClr val="1C4587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art</a:t>
            </a:r>
            <a:r>
              <a:rPr lang="en" sz="900" b="0" i="0" u="none" strike="noStrike" cap="none">
                <a:solidFill>
                  <a:srgbClr val="1C4587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thou not prone</a:t>
            </a:r>
            <a:endParaRPr sz="900" b="0" i="0" u="none" strike="noStrike" cap="none">
              <a:solidFill>
                <a:srgbClr val="1C4587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4" name="Google Shape;549;p55">
            <a:extLst>
              <a:ext uri="{FF2B5EF4-FFF2-40B4-BE49-F238E27FC236}">
                <a16:creationId xmlns:a16="http://schemas.microsoft.com/office/drawing/2014/main" id="{6E6C93A4-E696-4963-8E13-99A5C6BD01A4}"/>
              </a:ext>
            </a:extLst>
          </p:cNvPr>
          <p:cNvSpPr txBox="1"/>
          <p:nvPr/>
        </p:nvSpPr>
        <p:spPr>
          <a:xfrm>
            <a:off x="9191588" y="3307444"/>
            <a:ext cx="2102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900" b="0" i="0" u="none" strike="noStrike" cap="none">
                <a:solidFill>
                  <a:srgbClr val="38761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what lessons </a:t>
            </a:r>
            <a:r>
              <a:rPr lang="en" sz="900" b="1" i="0" u="none" strike="noStrike" cap="none">
                <a:solidFill>
                  <a:srgbClr val="38761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science</a:t>
            </a:r>
            <a:r>
              <a:rPr lang="en" sz="900" b="0" i="0" u="none" strike="noStrike" cap="none">
                <a:solidFill>
                  <a:srgbClr val="38761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waits to teach</a:t>
            </a:r>
            <a:endParaRPr sz="900" b="0" i="0" u="none" strike="noStrike" cap="none">
              <a:solidFill>
                <a:srgbClr val="38761D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5" name="Title 11">
            <a:extLst>
              <a:ext uri="{FF2B5EF4-FFF2-40B4-BE49-F238E27FC236}">
                <a16:creationId xmlns:a16="http://schemas.microsoft.com/office/drawing/2014/main" id="{D28985F3-5E79-42AB-9E93-F134ED5CC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145740"/>
            <a:ext cx="10515600" cy="1325563"/>
          </a:xfrm>
        </p:spPr>
        <p:txBody>
          <a:bodyPr/>
          <a:lstStyle/>
          <a:p>
            <a:r>
              <a:rPr lang="en-GB" dirty="0"/>
              <a:t>Destination: Large Language Models</a:t>
            </a: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48209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DA2BE6-4ED9-47C8-8DE3-7DD3278BB6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E4DCBD55-91F0-45C8-9EAD-31C5FB32C79B}" type="slidenum">
              <a:rPr lang="de-DE" altLang="de-DE" smtClean="0"/>
              <a:pPr>
                <a:defRPr/>
              </a:pPr>
              <a:t>14</a:t>
            </a:fld>
            <a:endParaRPr lang="de-DE" altLang="de-DE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B7457ED-D180-437E-AFA3-3F839B964B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0382449"/>
              </p:ext>
            </p:extLst>
          </p:nvPr>
        </p:nvGraphicFramePr>
        <p:xfrm>
          <a:off x="2334078" y="1804431"/>
          <a:ext cx="6839418" cy="4094924"/>
        </p:xfrm>
        <a:graphic>
          <a:graphicData uri="http://schemas.openxmlformats.org/drawingml/2006/table">
            <a:tbl>
              <a:tblPr/>
              <a:tblGrid>
                <a:gridCol w="2279806">
                  <a:extLst>
                    <a:ext uri="{9D8B030D-6E8A-4147-A177-3AD203B41FA5}">
                      <a16:colId xmlns:a16="http://schemas.microsoft.com/office/drawing/2014/main" val="2984582181"/>
                    </a:ext>
                  </a:extLst>
                </a:gridCol>
                <a:gridCol w="2279806">
                  <a:extLst>
                    <a:ext uri="{9D8B030D-6E8A-4147-A177-3AD203B41FA5}">
                      <a16:colId xmlns:a16="http://schemas.microsoft.com/office/drawing/2014/main" val="3740645545"/>
                    </a:ext>
                  </a:extLst>
                </a:gridCol>
                <a:gridCol w="2279806">
                  <a:extLst>
                    <a:ext uri="{9D8B030D-6E8A-4147-A177-3AD203B41FA5}">
                      <a16:colId xmlns:a16="http://schemas.microsoft.com/office/drawing/2014/main" val="1124660530"/>
                    </a:ext>
                  </a:extLst>
                </a:gridCol>
              </a:tblGrid>
              <a:tr h="448324">
                <a:tc>
                  <a:txBody>
                    <a:bodyPr/>
                    <a:lstStyle/>
                    <a:p>
                      <a:r>
                        <a:rPr lang="en-GB" sz="1200" dirty="0"/>
                        <a:t>Feature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1"/>
                        <a:t>Static embeddings</a:t>
                      </a:r>
                      <a:r>
                        <a:rPr lang="en-GB" sz="1200"/>
                        <a:t> (e.g., word2vec, GloVe)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1"/>
                        <a:t>Contextual embeddings</a:t>
                      </a:r>
                      <a:r>
                        <a:rPr lang="en-GB" sz="1200"/>
                        <a:t> (e.g., BERT, RoBERTa)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7925661"/>
                  </a:ext>
                </a:extLst>
              </a:tr>
              <a:tr h="639655">
                <a:tc>
                  <a:txBody>
                    <a:bodyPr/>
                    <a:lstStyle/>
                    <a:p>
                      <a:r>
                        <a:rPr lang="en-GB" sz="1200" b="1"/>
                        <a:t>Dimensions</a:t>
                      </a:r>
                      <a:endParaRPr lang="en-GB" sz="1200"/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Fixed, chosen at training (e.g., 100–300)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Fixed, chosen by model design (e.g., 768 in BERT-base, 1024 in BERT-large)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9338953"/>
                  </a:ext>
                </a:extLst>
              </a:tr>
              <a:tr h="639655">
                <a:tc>
                  <a:txBody>
                    <a:bodyPr/>
                    <a:lstStyle/>
                    <a:p>
                      <a:r>
                        <a:rPr lang="en-GB" sz="1200" b="1"/>
                        <a:t>Representation</a:t>
                      </a:r>
                      <a:endParaRPr lang="en-GB" sz="1200"/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One vector per word type (same for all contexts)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One vector per word </a:t>
                      </a:r>
                      <a:r>
                        <a:rPr lang="en-GB" sz="1200" b="1" dirty="0"/>
                        <a:t>occurrence</a:t>
                      </a:r>
                      <a:r>
                        <a:rPr lang="en-GB" sz="1200" dirty="0"/>
                        <a:t> (changes with context)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436290"/>
                  </a:ext>
                </a:extLst>
              </a:tr>
              <a:tr h="639655">
                <a:tc>
                  <a:txBody>
                    <a:bodyPr/>
                    <a:lstStyle/>
                    <a:p>
                      <a:r>
                        <a:rPr lang="en-GB" sz="1200" b="1"/>
                        <a:t>Meaning captured</a:t>
                      </a:r>
                      <a:endParaRPr lang="en-GB" sz="1200"/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Average/general meaning of a word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Context-dependent meaning (disambiguates polysemy, homonymy)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8418738"/>
                  </a:ext>
                </a:extLst>
              </a:tr>
              <a:tr h="830987">
                <a:tc>
                  <a:txBody>
                    <a:bodyPr/>
                    <a:lstStyle/>
                    <a:p>
                      <a:r>
                        <a:rPr lang="en-GB" sz="1200" b="1"/>
                        <a:t>Training</a:t>
                      </a:r>
                      <a:endParaRPr lang="en-GB" sz="1200"/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Predict words from context (skip-gram, CBOW) or co-occurrence (matrix factorisation)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Deep neural network with attention, trained on masked language modelling and/or next sentence prediction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3680848"/>
                  </a:ext>
                </a:extLst>
              </a:tr>
              <a:tr h="448324">
                <a:tc>
                  <a:txBody>
                    <a:bodyPr/>
                    <a:lstStyle/>
                    <a:p>
                      <a:r>
                        <a:rPr lang="en-GB" sz="1200" b="1"/>
                        <a:t>Advantages</a:t>
                      </a:r>
                      <a:endParaRPr lang="en-GB" sz="1200"/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Simple, computationally cheap, useful for many tasks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Richer representations, better performance on NLP tasks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9617822"/>
                  </a:ext>
                </a:extLst>
              </a:tr>
              <a:tr h="448324">
                <a:tc>
                  <a:txBody>
                    <a:bodyPr/>
                    <a:lstStyle/>
                    <a:p>
                      <a:r>
                        <a:rPr lang="en-GB" sz="1200" b="1"/>
                        <a:t>Limitations</a:t>
                      </a:r>
                      <a:endParaRPr lang="en-GB" sz="1200"/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Cannot distinguish senses of a word; ignores context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Larger models, more computationally expensive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0283777"/>
                  </a:ext>
                </a:extLst>
              </a:tr>
            </a:tbl>
          </a:graphicData>
        </a:graphic>
      </p:graphicFrame>
      <p:sp>
        <p:nvSpPr>
          <p:cNvPr id="9" name="Title 11">
            <a:extLst>
              <a:ext uri="{FF2B5EF4-FFF2-40B4-BE49-F238E27FC236}">
                <a16:creationId xmlns:a16="http://schemas.microsoft.com/office/drawing/2014/main" id="{8BBD7AB0-4961-42D0-971E-A37D89A3D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145740"/>
            <a:ext cx="10515600" cy="1325563"/>
          </a:xfrm>
        </p:spPr>
        <p:txBody>
          <a:bodyPr/>
          <a:lstStyle/>
          <a:p>
            <a:r>
              <a:rPr lang="en-GB" dirty="0"/>
              <a:t>Destination: Large Language Models</a:t>
            </a: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518057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DA2BE6-4ED9-47C8-8DE3-7DD3278BB6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E4DCBD55-91F0-45C8-9EAD-31C5FB32C79B}" type="slidenum">
              <a:rPr lang="de-DE" altLang="de-DE" smtClean="0"/>
              <a:pPr>
                <a:defRPr/>
              </a:pPr>
              <a:t>15</a:t>
            </a:fld>
            <a:endParaRPr lang="de-DE" altLang="de-DE" dirty="0"/>
          </a:p>
        </p:txBody>
      </p:sp>
      <p:pic>
        <p:nvPicPr>
          <p:cNvPr id="12" name="Picture 8">
            <a:extLst>
              <a:ext uri="{FF2B5EF4-FFF2-40B4-BE49-F238E27FC236}">
                <a16:creationId xmlns:a16="http://schemas.microsoft.com/office/drawing/2014/main" id="{1675A904-186C-4EB4-BB61-966022A1F0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311" y="1878112"/>
            <a:ext cx="727836" cy="727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Graphic 12" descr="Document with solid fill">
            <a:extLst>
              <a:ext uri="{FF2B5EF4-FFF2-40B4-BE49-F238E27FC236}">
                <a16:creationId xmlns:a16="http://schemas.microsoft.com/office/drawing/2014/main" id="{DFC9C2D2-2FBF-42B9-8E82-50D75B6145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24275" y="1878111"/>
            <a:ext cx="727837" cy="727837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7DEB4DEF-6B44-45E8-B97A-16E1C0218525}"/>
              </a:ext>
            </a:extLst>
          </p:cNvPr>
          <p:cNvSpPr/>
          <p:nvPr/>
        </p:nvSpPr>
        <p:spPr>
          <a:xfrm>
            <a:off x="4409617" y="2163202"/>
            <a:ext cx="542789" cy="142808"/>
          </a:xfrm>
          <a:prstGeom prst="rightArrow">
            <a:avLst/>
          </a:prstGeom>
          <a:solidFill>
            <a:schemeClr val="tx1"/>
          </a:solidFill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E6DC06-14D2-4CED-BDFF-60393576EA1D}"/>
              </a:ext>
            </a:extLst>
          </p:cNvPr>
          <p:cNvSpPr txBox="1"/>
          <p:nvPr/>
        </p:nvSpPr>
        <p:spPr>
          <a:xfrm>
            <a:off x="3826679" y="2661315"/>
            <a:ext cx="5230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063851-E328-4C68-9393-C701F578A0C3}"/>
              </a:ext>
            </a:extLst>
          </p:cNvPr>
          <p:cNvSpPr txBox="1"/>
          <p:nvPr/>
        </p:nvSpPr>
        <p:spPr>
          <a:xfrm>
            <a:off x="5153594" y="2648759"/>
            <a:ext cx="10932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Human</a:t>
            </a:r>
          </a:p>
          <a:p>
            <a:pPr algn="ctr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annotators</a:t>
            </a:r>
          </a:p>
        </p:txBody>
      </p:sp>
      <p:pic>
        <p:nvPicPr>
          <p:cNvPr id="17" name="Picture 12">
            <a:extLst>
              <a:ext uri="{FF2B5EF4-FFF2-40B4-BE49-F238E27FC236}">
                <a16:creationId xmlns:a16="http://schemas.microsoft.com/office/drawing/2014/main" id="{2B63DD8B-E45B-4D09-B887-D0917DA827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9600" y="1918728"/>
            <a:ext cx="523133" cy="727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6">
            <a:extLst>
              <a:ext uri="{FF2B5EF4-FFF2-40B4-BE49-F238E27FC236}">
                <a16:creationId xmlns:a16="http://schemas.microsoft.com/office/drawing/2014/main" id="{F3E8578D-929B-4240-AB7E-A6493AA0BD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7529" y="1842440"/>
            <a:ext cx="727838" cy="727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65B5005-EE7E-4F1F-A01C-E72F109B943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6078" y="1878111"/>
            <a:ext cx="727837" cy="72783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24F26F6-7F0E-42E4-A5FA-712899ECBFE5}"/>
              </a:ext>
            </a:extLst>
          </p:cNvPr>
          <p:cNvSpPr txBox="1"/>
          <p:nvPr/>
        </p:nvSpPr>
        <p:spPr>
          <a:xfrm>
            <a:off x="8706140" y="2622368"/>
            <a:ext cx="10214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ML model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1BBCB5-C937-484E-A715-7CB6375767B5}"/>
              </a:ext>
            </a:extLst>
          </p:cNvPr>
          <p:cNvSpPr txBox="1"/>
          <p:nvPr/>
        </p:nvSpPr>
        <p:spPr>
          <a:xfrm>
            <a:off x="10535313" y="2605948"/>
            <a:ext cx="9893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</a:p>
          <a:p>
            <a:pPr algn="ctr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Estimates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E3841C-CA1E-48E5-8FA3-6B5D900252ED}"/>
              </a:ext>
            </a:extLst>
          </p:cNvPr>
          <p:cNvSpPr txBox="1"/>
          <p:nvPr/>
        </p:nvSpPr>
        <p:spPr>
          <a:xfrm>
            <a:off x="6831582" y="2605948"/>
            <a:ext cx="1415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</a:t>
            </a:r>
          </a:p>
          <a:p>
            <a:pPr algn="ctr"/>
            <a:r>
              <a:rPr lang="en-GB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Preproc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and </a:t>
            </a:r>
          </a:p>
          <a:p>
            <a:pPr algn="ctr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annotated text</a:t>
            </a:r>
          </a:p>
        </p:txBody>
      </p:sp>
      <p:pic>
        <p:nvPicPr>
          <p:cNvPr id="23" name="Graphic 22" descr="Document with solid fill">
            <a:extLst>
              <a:ext uri="{FF2B5EF4-FFF2-40B4-BE49-F238E27FC236}">
                <a16:creationId xmlns:a16="http://schemas.microsoft.com/office/drawing/2014/main" id="{18C37266-E481-4DF1-B8EA-8C48E928B2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84384" y="1852602"/>
            <a:ext cx="639315" cy="63931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17E5923-E60D-4C4D-A6FD-A3B906EA61A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4775" y="1948852"/>
            <a:ext cx="515014" cy="515014"/>
          </a:xfrm>
          <a:prstGeom prst="rect">
            <a:avLst/>
          </a:prstGeom>
        </p:spPr>
      </p:pic>
      <p:sp>
        <p:nvSpPr>
          <p:cNvPr id="25" name="Arrow: Right 24">
            <a:extLst>
              <a:ext uri="{FF2B5EF4-FFF2-40B4-BE49-F238E27FC236}">
                <a16:creationId xmlns:a16="http://schemas.microsoft.com/office/drawing/2014/main" id="{7E6C3FC5-F886-4EAA-B597-DC49627B195F}"/>
              </a:ext>
            </a:extLst>
          </p:cNvPr>
          <p:cNvSpPr/>
          <p:nvPr/>
        </p:nvSpPr>
        <p:spPr>
          <a:xfrm>
            <a:off x="6484153" y="2169311"/>
            <a:ext cx="542789" cy="142808"/>
          </a:xfrm>
          <a:prstGeom prst="rightArrow">
            <a:avLst/>
          </a:prstGeom>
          <a:solidFill>
            <a:schemeClr val="tx1"/>
          </a:solidFill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600C7CF8-0DBF-4825-86B4-EEB3256063F1}"/>
              </a:ext>
            </a:extLst>
          </p:cNvPr>
          <p:cNvSpPr/>
          <p:nvPr/>
        </p:nvSpPr>
        <p:spPr>
          <a:xfrm>
            <a:off x="8271247" y="2158145"/>
            <a:ext cx="542789" cy="142808"/>
          </a:xfrm>
          <a:prstGeom prst="rightArrow">
            <a:avLst/>
          </a:prstGeom>
          <a:solidFill>
            <a:schemeClr val="tx1"/>
          </a:solidFill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3A83547B-5696-406A-A37D-D903AF05B318}"/>
              </a:ext>
            </a:extLst>
          </p:cNvPr>
          <p:cNvSpPr/>
          <p:nvPr/>
        </p:nvSpPr>
        <p:spPr>
          <a:xfrm>
            <a:off x="9905257" y="2169475"/>
            <a:ext cx="542789" cy="142808"/>
          </a:xfrm>
          <a:prstGeom prst="rightArrow">
            <a:avLst/>
          </a:prstGeom>
          <a:solidFill>
            <a:schemeClr val="tx1"/>
          </a:solidFill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Arc 27">
            <a:extLst>
              <a:ext uri="{FF2B5EF4-FFF2-40B4-BE49-F238E27FC236}">
                <a16:creationId xmlns:a16="http://schemas.microsoft.com/office/drawing/2014/main" id="{30C5F234-1D95-4CBB-91E7-C7E76C6CB796}"/>
              </a:ext>
            </a:extLst>
          </p:cNvPr>
          <p:cNvSpPr/>
          <p:nvPr/>
        </p:nvSpPr>
        <p:spPr>
          <a:xfrm flipH="1">
            <a:off x="7584678" y="1035050"/>
            <a:ext cx="3270262" cy="1570898"/>
          </a:xfrm>
          <a:prstGeom prst="arc">
            <a:avLst>
              <a:gd name="adj1" fmla="val 10886870"/>
              <a:gd name="adj2" fmla="val 0"/>
            </a:avLst>
          </a:prstGeom>
          <a:ln w="28575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F2F0EED-2F88-44AD-A239-09EDC7009EA5}"/>
              </a:ext>
            </a:extLst>
          </p:cNvPr>
          <p:cNvSpPr txBox="1"/>
          <p:nvPr/>
        </p:nvSpPr>
        <p:spPr>
          <a:xfrm>
            <a:off x="565669" y="1623904"/>
            <a:ext cx="1946661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rtl="0">
              <a:spcBef>
                <a:spcPts val="600"/>
              </a:spcBef>
              <a:spcAft>
                <a:spcPts val="0"/>
              </a:spcAft>
            </a:pPr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Quattrocento Sans"/>
              </a:rPr>
              <a:t>Classical </a:t>
            </a:r>
            <a:b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Quattrocento Sans"/>
              </a:rPr>
            </a:br>
            <a:r>
              <a:rPr lang="en-GB" sz="2800" b="1" dirty="0">
                <a:solidFill>
                  <a:srgbClr val="336D9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Quattrocento Sans"/>
              </a:rPr>
              <a:t>supervised </a:t>
            </a:r>
          </a:p>
          <a:p>
            <a:pPr lvl="0" rtl="0">
              <a:spcBef>
                <a:spcPts val="600"/>
              </a:spcBef>
              <a:spcAft>
                <a:spcPts val="0"/>
              </a:spcAft>
            </a:pPr>
            <a:r>
              <a:rPr lang="en-GB" sz="2800" dirty="0">
                <a:solidFill>
                  <a:srgbClr val="336D9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Quattrocento Sans"/>
              </a:rPr>
              <a:t>methods</a:t>
            </a:r>
            <a:endParaRPr lang="en-GB" sz="2200" dirty="0">
              <a:solidFill>
                <a:srgbClr val="336D9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Quattrocento Sans"/>
            </a:endParaRPr>
          </a:p>
          <a:p>
            <a:pPr lvl="0" rtl="0">
              <a:spcBef>
                <a:spcPts val="600"/>
              </a:spcBef>
              <a:spcAft>
                <a:spcPts val="0"/>
              </a:spcAft>
            </a:pPr>
            <a:endParaRPr lang="en-GB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Quattrocento Sans"/>
            </a:endParaRPr>
          </a:p>
          <a:p>
            <a:pPr marL="342900" lvl="0" indent="-342900" rtl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Quattrocento Sans"/>
            </a:endParaRPr>
          </a:p>
          <a:p>
            <a:pPr marL="342900" lvl="0" indent="-342900" rtl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Quattrocento Sans"/>
            </a:endParaRPr>
          </a:p>
          <a:p>
            <a:pPr lvl="0" rtl="0">
              <a:spcAft>
                <a:spcPts val="0"/>
              </a:spcAft>
            </a:pPr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Quattrocento Sans"/>
              </a:rPr>
              <a:t>Contemporary</a:t>
            </a:r>
          </a:p>
          <a:p>
            <a:pPr lvl="0" rtl="0">
              <a:spcAft>
                <a:spcPts val="0"/>
              </a:spcAft>
            </a:pPr>
            <a:r>
              <a:rPr lang="en-GB" sz="28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Quattrocento Sans"/>
              </a:rPr>
              <a:t>supervised </a:t>
            </a:r>
          </a:p>
          <a:p>
            <a:pPr lvl="0" rtl="0">
              <a:spcAft>
                <a:spcPts val="0"/>
              </a:spcAft>
            </a:pPr>
            <a:r>
              <a:rPr lang="en-GB" sz="28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Quattrocento Sans"/>
              </a:rPr>
              <a:t>methods</a:t>
            </a:r>
            <a:endParaRPr lang="en-GB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Quattrocento San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A46D7EF-519D-4D20-8B00-E99280EF619C}"/>
              </a:ext>
            </a:extLst>
          </p:cNvPr>
          <p:cNvSpPr txBox="1"/>
          <p:nvPr/>
        </p:nvSpPr>
        <p:spPr>
          <a:xfrm>
            <a:off x="8655765" y="2861796"/>
            <a:ext cx="12303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specific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C7CA1AF-00BE-427C-BE7F-88B808B71BF9}"/>
              </a:ext>
            </a:extLst>
          </p:cNvPr>
          <p:cNvCxnSpPr/>
          <p:nvPr/>
        </p:nvCxnSpPr>
        <p:spPr>
          <a:xfrm>
            <a:off x="6979231" y="3519947"/>
            <a:ext cx="441468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42B050B7-6FF5-44DD-9F99-A4BEBBF53BA8}"/>
              </a:ext>
            </a:extLst>
          </p:cNvPr>
          <p:cNvSpPr txBox="1"/>
          <p:nvPr/>
        </p:nvSpPr>
        <p:spPr>
          <a:xfrm>
            <a:off x="8753003" y="3519947"/>
            <a:ext cx="1035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</a:t>
            </a:r>
          </a:p>
        </p:txBody>
      </p:sp>
      <p:pic>
        <p:nvPicPr>
          <p:cNvPr id="39" name="Graphic 38" descr="Document with solid fill">
            <a:extLst>
              <a:ext uri="{FF2B5EF4-FFF2-40B4-BE49-F238E27FC236}">
                <a16:creationId xmlns:a16="http://schemas.microsoft.com/office/drawing/2014/main" id="{66C23EC7-238A-41EF-85B8-83E6636DB3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2832004" y="3997789"/>
            <a:ext cx="365765" cy="365765"/>
          </a:xfrm>
          <a:prstGeom prst="rect">
            <a:avLst/>
          </a:prstGeom>
        </p:spPr>
      </p:pic>
      <p:pic>
        <p:nvPicPr>
          <p:cNvPr id="40" name="Graphic 39" descr="Document with solid fill">
            <a:extLst>
              <a:ext uri="{FF2B5EF4-FFF2-40B4-BE49-F238E27FC236}">
                <a16:creationId xmlns:a16="http://schemas.microsoft.com/office/drawing/2014/main" id="{3031865F-B1B5-45AA-ADE5-93087C93973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flipH="1" flipV="1">
            <a:off x="3102617" y="4018372"/>
            <a:ext cx="365765" cy="365765"/>
          </a:xfrm>
          <a:prstGeom prst="rect">
            <a:avLst/>
          </a:prstGeom>
        </p:spPr>
      </p:pic>
      <p:pic>
        <p:nvPicPr>
          <p:cNvPr id="41" name="Graphic 40" descr="Document with solid fill">
            <a:extLst>
              <a:ext uri="{FF2B5EF4-FFF2-40B4-BE49-F238E27FC236}">
                <a16:creationId xmlns:a16="http://schemas.microsoft.com/office/drawing/2014/main" id="{A404FF95-8EB1-4F29-87CA-75B706053FE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flipH="1" flipV="1">
            <a:off x="2821541" y="4330342"/>
            <a:ext cx="365765" cy="365765"/>
          </a:xfrm>
          <a:prstGeom prst="rect">
            <a:avLst/>
          </a:prstGeom>
        </p:spPr>
      </p:pic>
      <p:pic>
        <p:nvPicPr>
          <p:cNvPr id="42" name="Graphic 41" descr="Document with solid fill">
            <a:extLst>
              <a:ext uri="{FF2B5EF4-FFF2-40B4-BE49-F238E27FC236}">
                <a16:creationId xmlns:a16="http://schemas.microsoft.com/office/drawing/2014/main" id="{14246E82-6611-48D6-B6F2-7E356853B0B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flipH="1" flipV="1">
            <a:off x="3087624" y="4399967"/>
            <a:ext cx="365765" cy="365765"/>
          </a:xfrm>
          <a:prstGeom prst="rect">
            <a:avLst/>
          </a:prstGeom>
        </p:spPr>
      </p:pic>
      <p:pic>
        <p:nvPicPr>
          <p:cNvPr id="43" name="Graphic 42" descr="Document with solid fill">
            <a:extLst>
              <a:ext uri="{FF2B5EF4-FFF2-40B4-BE49-F238E27FC236}">
                <a16:creationId xmlns:a16="http://schemas.microsoft.com/office/drawing/2014/main" id="{6AAF851E-2A0D-4B16-9509-242557DCFE6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flipH="1" flipV="1">
            <a:off x="2785371" y="4661539"/>
            <a:ext cx="365765" cy="365765"/>
          </a:xfrm>
          <a:prstGeom prst="rect">
            <a:avLst/>
          </a:prstGeom>
        </p:spPr>
      </p:pic>
      <p:pic>
        <p:nvPicPr>
          <p:cNvPr id="44" name="Graphic 43" descr="Document with solid fill">
            <a:extLst>
              <a:ext uri="{FF2B5EF4-FFF2-40B4-BE49-F238E27FC236}">
                <a16:creationId xmlns:a16="http://schemas.microsoft.com/office/drawing/2014/main" id="{E3B5758A-1105-4FAC-B0B6-F5BF9697F6D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flipH="1" flipV="1">
            <a:off x="3087623" y="4770493"/>
            <a:ext cx="365765" cy="365765"/>
          </a:xfrm>
          <a:prstGeom prst="rect">
            <a:avLst/>
          </a:prstGeom>
        </p:spPr>
      </p:pic>
      <p:pic>
        <p:nvPicPr>
          <p:cNvPr id="45" name="Graphic 44" descr="Document with solid fill">
            <a:extLst>
              <a:ext uri="{FF2B5EF4-FFF2-40B4-BE49-F238E27FC236}">
                <a16:creationId xmlns:a16="http://schemas.microsoft.com/office/drawing/2014/main" id="{300D8678-C595-48C6-B6B7-B348C62835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3375953" y="3997789"/>
            <a:ext cx="365765" cy="365765"/>
          </a:xfrm>
          <a:prstGeom prst="rect">
            <a:avLst/>
          </a:prstGeom>
        </p:spPr>
      </p:pic>
      <p:pic>
        <p:nvPicPr>
          <p:cNvPr id="47" name="Graphic 46" descr="Document with solid fill">
            <a:extLst>
              <a:ext uri="{FF2B5EF4-FFF2-40B4-BE49-F238E27FC236}">
                <a16:creationId xmlns:a16="http://schemas.microsoft.com/office/drawing/2014/main" id="{5DA4EACA-5DD1-48FB-ACE5-27BA2C82803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flipH="1" flipV="1">
            <a:off x="3646566" y="4018372"/>
            <a:ext cx="365765" cy="365765"/>
          </a:xfrm>
          <a:prstGeom prst="rect">
            <a:avLst/>
          </a:prstGeom>
        </p:spPr>
      </p:pic>
      <p:pic>
        <p:nvPicPr>
          <p:cNvPr id="50" name="Graphic 49" descr="Document with solid fill">
            <a:extLst>
              <a:ext uri="{FF2B5EF4-FFF2-40B4-BE49-F238E27FC236}">
                <a16:creationId xmlns:a16="http://schemas.microsoft.com/office/drawing/2014/main" id="{7AD6FDC5-FA7C-4DE9-8FDC-6688668BC63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flipH="1" flipV="1">
            <a:off x="3365490" y="4330342"/>
            <a:ext cx="365765" cy="365765"/>
          </a:xfrm>
          <a:prstGeom prst="rect">
            <a:avLst/>
          </a:prstGeom>
        </p:spPr>
      </p:pic>
      <p:pic>
        <p:nvPicPr>
          <p:cNvPr id="51" name="Graphic 50" descr="Document with solid fill">
            <a:extLst>
              <a:ext uri="{FF2B5EF4-FFF2-40B4-BE49-F238E27FC236}">
                <a16:creationId xmlns:a16="http://schemas.microsoft.com/office/drawing/2014/main" id="{021F2C56-DAC7-4FB8-B229-43891E59B89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flipH="1" flipV="1">
            <a:off x="3631573" y="4399967"/>
            <a:ext cx="365765" cy="365765"/>
          </a:xfrm>
          <a:prstGeom prst="rect">
            <a:avLst/>
          </a:prstGeom>
        </p:spPr>
      </p:pic>
      <p:pic>
        <p:nvPicPr>
          <p:cNvPr id="52" name="Graphic 51" descr="Document with solid fill">
            <a:extLst>
              <a:ext uri="{FF2B5EF4-FFF2-40B4-BE49-F238E27FC236}">
                <a16:creationId xmlns:a16="http://schemas.microsoft.com/office/drawing/2014/main" id="{8272A367-92FC-494F-B159-8B1B127FB44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flipH="1" flipV="1">
            <a:off x="3329320" y="4661539"/>
            <a:ext cx="365765" cy="365765"/>
          </a:xfrm>
          <a:prstGeom prst="rect">
            <a:avLst/>
          </a:prstGeom>
        </p:spPr>
      </p:pic>
      <p:pic>
        <p:nvPicPr>
          <p:cNvPr id="53" name="Graphic 52" descr="Document with solid fill">
            <a:extLst>
              <a:ext uri="{FF2B5EF4-FFF2-40B4-BE49-F238E27FC236}">
                <a16:creationId xmlns:a16="http://schemas.microsoft.com/office/drawing/2014/main" id="{FA3960CD-A11C-418E-B62C-BF6ACC58335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flipH="1" flipV="1">
            <a:off x="3631572" y="4770493"/>
            <a:ext cx="365765" cy="365765"/>
          </a:xfrm>
          <a:prstGeom prst="rect">
            <a:avLst/>
          </a:prstGeom>
        </p:spPr>
      </p:pic>
      <p:sp>
        <p:nvSpPr>
          <p:cNvPr id="54" name="Arrow: Right 53">
            <a:extLst>
              <a:ext uri="{FF2B5EF4-FFF2-40B4-BE49-F238E27FC236}">
                <a16:creationId xmlns:a16="http://schemas.microsoft.com/office/drawing/2014/main" id="{28CAA681-9E7D-4335-8109-7CD65325BE2F}"/>
              </a:ext>
            </a:extLst>
          </p:cNvPr>
          <p:cNvSpPr/>
          <p:nvPr/>
        </p:nvSpPr>
        <p:spPr>
          <a:xfrm>
            <a:off x="4103241" y="4384137"/>
            <a:ext cx="542789" cy="142808"/>
          </a:xfrm>
          <a:prstGeom prst="rightArrow">
            <a:avLst/>
          </a:prstGeom>
          <a:solidFill>
            <a:schemeClr val="tx1"/>
          </a:solidFill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C729E2-25C2-4493-8CFA-E25B953C88C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1933" y="4153738"/>
            <a:ext cx="616755" cy="616755"/>
          </a:xfrm>
          <a:prstGeom prst="rect">
            <a:avLst/>
          </a:prstGeom>
        </p:spPr>
      </p:pic>
      <p:sp>
        <p:nvSpPr>
          <p:cNvPr id="55" name="Arc 54">
            <a:extLst>
              <a:ext uri="{FF2B5EF4-FFF2-40B4-BE49-F238E27FC236}">
                <a16:creationId xmlns:a16="http://schemas.microsoft.com/office/drawing/2014/main" id="{F7CBDBE8-890D-4E5D-96F7-C50259432CFD}"/>
              </a:ext>
            </a:extLst>
          </p:cNvPr>
          <p:cNvSpPr/>
          <p:nvPr/>
        </p:nvSpPr>
        <p:spPr>
          <a:xfrm flipH="1" flipV="1">
            <a:off x="3345750" y="4578894"/>
            <a:ext cx="1694480" cy="1190429"/>
          </a:xfrm>
          <a:prstGeom prst="arc">
            <a:avLst>
              <a:gd name="adj1" fmla="val 10886870"/>
              <a:gd name="adj2" fmla="val 0"/>
            </a:avLst>
          </a:prstGeom>
          <a:ln w="28575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487505B-B651-4503-91FD-83530B46CCAE}"/>
              </a:ext>
            </a:extLst>
          </p:cNvPr>
          <p:cNvCxnSpPr>
            <a:cxnSpLocks/>
          </p:cNvCxnSpPr>
          <p:nvPr/>
        </p:nvCxnSpPr>
        <p:spPr>
          <a:xfrm>
            <a:off x="2872258" y="5943143"/>
            <a:ext cx="401632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09155F45-098C-403B-8488-E2C598342343}"/>
              </a:ext>
            </a:extLst>
          </p:cNvPr>
          <p:cNvSpPr txBox="1"/>
          <p:nvPr/>
        </p:nvSpPr>
        <p:spPr>
          <a:xfrm>
            <a:off x="4313632" y="5973519"/>
            <a:ext cx="1035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</a:t>
            </a:r>
          </a:p>
        </p:txBody>
      </p:sp>
      <p:pic>
        <p:nvPicPr>
          <p:cNvPr id="58" name="Picture 6">
            <a:extLst>
              <a:ext uri="{FF2B5EF4-FFF2-40B4-BE49-F238E27FC236}">
                <a16:creationId xmlns:a16="http://schemas.microsoft.com/office/drawing/2014/main" id="{9A5207D6-6B85-4DCD-8F3C-B9C5999D0B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3283" y="4064435"/>
            <a:ext cx="727838" cy="727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Arrow: Right 58">
            <a:extLst>
              <a:ext uri="{FF2B5EF4-FFF2-40B4-BE49-F238E27FC236}">
                <a16:creationId xmlns:a16="http://schemas.microsoft.com/office/drawing/2014/main" id="{2D563463-B93C-4498-9884-722F752D25C8}"/>
              </a:ext>
            </a:extLst>
          </p:cNvPr>
          <p:cNvSpPr/>
          <p:nvPr/>
        </p:nvSpPr>
        <p:spPr>
          <a:xfrm>
            <a:off x="5427001" y="4380140"/>
            <a:ext cx="542789" cy="142808"/>
          </a:xfrm>
          <a:prstGeom prst="rightArrow">
            <a:avLst/>
          </a:prstGeom>
          <a:solidFill>
            <a:schemeClr val="tx1"/>
          </a:solidFill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40AD6BC-7259-4EC7-A307-1E117B923F72}"/>
              </a:ext>
            </a:extLst>
          </p:cNvPr>
          <p:cNvSpPr txBox="1"/>
          <p:nvPr/>
        </p:nvSpPr>
        <p:spPr>
          <a:xfrm>
            <a:off x="5867154" y="4806211"/>
            <a:ext cx="10214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ML model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38F618D-B02F-4AD9-9915-342EE4951DA8}"/>
              </a:ext>
            </a:extLst>
          </p:cNvPr>
          <p:cNvSpPr txBox="1"/>
          <p:nvPr/>
        </p:nvSpPr>
        <p:spPr>
          <a:xfrm>
            <a:off x="5759329" y="5045639"/>
            <a:ext cx="13452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Multipurpose</a:t>
            </a:r>
          </a:p>
        </p:txBody>
      </p:sp>
      <p:pic>
        <p:nvPicPr>
          <p:cNvPr id="62" name="Picture 8">
            <a:extLst>
              <a:ext uri="{FF2B5EF4-FFF2-40B4-BE49-F238E27FC236}">
                <a16:creationId xmlns:a16="http://schemas.microsoft.com/office/drawing/2014/main" id="{7826815F-996D-40B1-9D74-FE3BC57589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0819" y="4057958"/>
            <a:ext cx="727836" cy="687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" name="Graphic 62" descr="Document with solid fill">
            <a:extLst>
              <a:ext uri="{FF2B5EF4-FFF2-40B4-BE49-F238E27FC236}">
                <a16:creationId xmlns:a16="http://schemas.microsoft.com/office/drawing/2014/main" id="{4292371C-F3AA-4CF0-B85F-367684E43F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91681" y="4062824"/>
            <a:ext cx="727837" cy="687718"/>
          </a:xfrm>
          <a:prstGeom prst="rect">
            <a:avLst/>
          </a:prstGeom>
        </p:spPr>
      </p:pic>
      <p:sp>
        <p:nvSpPr>
          <p:cNvPr id="64" name="Arrow: Right 63">
            <a:extLst>
              <a:ext uri="{FF2B5EF4-FFF2-40B4-BE49-F238E27FC236}">
                <a16:creationId xmlns:a16="http://schemas.microsoft.com/office/drawing/2014/main" id="{A18E1A5E-EA33-40E1-9F5D-47CE6CC8CC1B}"/>
              </a:ext>
            </a:extLst>
          </p:cNvPr>
          <p:cNvSpPr/>
          <p:nvPr/>
        </p:nvSpPr>
        <p:spPr>
          <a:xfrm rot="10800000">
            <a:off x="8477021" y="4315667"/>
            <a:ext cx="412085" cy="152343"/>
          </a:xfrm>
          <a:prstGeom prst="rightArrow">
            <a:avLst/>
          </a:prstGeom>
          <a:solidFill>
            <a:srgbClr val="336D92"/>
          </a:solidFill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336D92"/>
              </a:solidFill>
            </a:endParaRPr>
          </a:p>
        </p:txBody>
      </p:sp>
      <p:pic>
        <p:nvPicPr>
          <p:cNvPr id="65" name="Picture 12">
            <a:extLst>
              <a:ext uri="{FF2B5EF4-FFF2-40B4-BE49-F238E27FC236}">
                <a16:creationId xmlns:a16="http://schemas.microsoft.com/office/drawing/2014/main" id="{CD1ED484-2788-4341-8150-FE61C8980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0108" y="4098575"/>
            <a:ext cx="523133" cy="687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" name="Graphic 65" descr="Document with solid fill">
            <a:extLst>
              <a:ext uri="{FF2B5EF4-FFF2-40B4-BE49-F238E27FC236}">
                <a16:creationId xmlns:a16="http://schemas.microsoft.com/office/drawing/2014/main" id="{D7E119C4-55BD-414F-8486-89C3B004E7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54600" y="4114349"/>
            <a:ext cx="639315" cy="604075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1BD30688-DA4E-4BE0-9D7A-C8228D338AF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881" y="4219854"/>
            <a:ext cx="515014" cy="486626"/>
          </a:xfrm>
          <a:prstGeom prst="rect">
            <a:avLst/>
          </a:prstGeom>
        </p:spPr>
      </p:pic>
      <p:sp>
        <p:nvSpPr>
          <p:cNvPr id="68" name="Arrow: Right 67">
            <a:extLst>
              <a:ext uri="{FF2B5EF4-FFF2-40B4-BE49-F238E27FC236}">
                <a16:creationId xmlns:a16="http://schemas.microsoft.com/office/drawing/2014/main" id="{31EA5E05-F69F-4C29-8497-8A6D2CE893BB}"/>
              </a:ext>
            </a:extLst>
          </p:cNvPr>
          <p:cNvSpPr/>
          <p:nvPr/>
        </p:nvSpPr>
        <p:spPr>
          <a:xfrm rot="10800000">
            <a:off x="10363265" y="4315667"/>
            <a:ext cx="426932" cy="122853"/>
          </a:xfrm>
          <a:prstGeom prst="rightArrow">
            <a:avLst/>
          </a:prstGeom>
          <a:solidFill>
            <a:srgbClr val="336D92"/>
          </a:solidFill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336D92"/>
              </a:solidFill>
            </a:endParaRPr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EE6899CA-ECB7-4D61-8FD7-51622FFCF8A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5781" y="5076414"/>
            <a:ext cx="727837" cy="727837"/>
          </a:xfrm>
          <a:prstGeom prst="rect">
            <a:avLst/>
          </a:prstGeom>
        </p:spPr>
      </p:pic>
      <p:sp>
        <p:nvSpPr>
          <p:cNvPr id="72" name="Arrow: Right 71">
            <a:extLst>
              <a:ext uri="{FF2B5EF4-FFF2-40B4-BE49-F238E27FC236}">
                <a16:creationId xmlns:a16="http://schemas.microsoft.com/office/drawing/2014/main" id="{F4AC70AA-D312-4508-82A6-5F870D107B82}"/>
              </a:ext>
            </a:extLst>
          </p:cNvPr>
          <p:cNvSpPr/>
          <p:nvPr/>
        </p:nvSpPr>
        <p:spPr>
          <a:xfrm>
            <a:off x="8500097" y="5275255"/>
            <a:ext cx="412085" cy="152343"/>
          </a:xfrm>
          <a:prstGeom prst="rightArrow">
            <a:avLst/>
          </a:prstGeom>
          <a:solidFill>
            <a:srgbClr val="336D92"/>
          </a:solidFill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336D92"/>
              </a:solidFill>
            </a:endParaRPr>
          </a:p>
        </p:txBody>
      </p:sp>
      <p:sp>
        <p:nvSpPr>
          <p:cNvPr id="73" name="Arrow: Right 72">
            <a:extLst>
              <a:ext uri="{FF2B5EF4-FFF2-40B4-BE49-F238E27FC236}">
                <a16:creationId xmlns:a16="http://schemas.microsoft.com/office/drawing/2014/main" id="{AE35041C-86AC-44FB-993B-D40747A1C7EF}"/>
              </a:ext>
            </a:extLst>
          </p:cNvPr>
          <p:cNvSpPr/>
          <p:nvPr/>
        </p:nvSpPr>
        <p:spPr>
          <a:xfrm rot="16200000">
            <a:off x="9239192" y="4893669"/>
            <a:ext cx="266783" cy="119410"/>
          </a:xfrm>
          <a:prstGeom prst="rightArrow">
            <a:avLst/>
          </a:prstGeom>
          <a:solidFill>
            <a:srgbClr val="336D92"/>
          </a:solidFill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336D92"/>
              </a:solidFill>
            </a:endParaRPr>
          </a:p>
        </p:txBody>
      </p:sp>
      <p:pic>
        <p:nvPicPr>
          <p:cNvPr id="74" name="Picture 6">
            <a:extLst>
              <a:ext uri="{FF2B5EF4-FFF2-40B4-BE49-F238E27FC236}">
                <a16:creationId xmlns:a16="http://schemas.microsoft.com/office/drawing/2014/main" id="{DB0E3BC1-E0D6-4FA9-B9E3-928E8E4B22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1681" y="5076414"/>
            <a:ext cx="595721" cy="595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Arrow: Right 74">
            <a:extLst>
              <a:ext uri="{FF2B5EF4-FFF2-40B4-BE49-F238E27FC236}">
                <a16:creationId xmlns:a16="http://schemas.microsoft.com/office/drawing/2014/main" id="{34017B55-5401-42F9-8DE1-E6B651B7B007}"/>
              </a:ext>
            </a:extLst>
          </p:cNvPr>
          <p:cNvSpPr/>
          <p:nvPr/>
        </p:nvSpPr>
        <p:spPr>
          <a:xfrm rot="5400000">
            <a:off x="8005785" y="4839419"/>
            <a:ext cx="266783" cy="119410"/>
          </a:xfrm>
          <a:prstGeom prst="rightArrow">
            <a:avLst/>
          </a:prstGeom>
          <a:solidFill>
            <a:srgbClr val="336D92"/>
          </a:solidFill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336D92"/>
              </a:solidFill>
            </a:endParaRP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3FA7542-C143-46E0-AABF-DF739F5A355C}"/>
              </a:ext>
            </a:extLst>
          </p:cNvPr>
          <p:cNvCxnSpPr>
            <a:cxnSpLocks/>
          </p:cNvCxnSpPr>
          <p:nvPr/>
        </p:nvCxnSpPr>
        <p:spPr>
          <a:xfrm>
            <a:off x="7330629" y="5940778"/>
            <a:ext cx="4016329" cy="0"/>
          </a:xfrm>
          <a:prstGeom prst="line">
            <a:avLst/>
          </a:prstGeom>
          <a:ln>
            <a:solidFill>
              <a:srgbClr val="336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5D6875C-39B2-4844-9977-22917E084DEE}"/>
              </a:ext>
            </a:extLst>
          </p:cNvPr>
          <p:cNvSpPr txBox="1"/>
          <p:nvPr/>
        </p:nvSpPr>
        <p:spPr>
          <a:xfrm>
            <a:off x="10131663" y="5985606"/>
            <a:ext cx="13211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b="1" dirty="0">
                <a:solidFill>
                  <a:srgbClr val="336D9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FINE-TUNING</a:t>
            </a:r>
          </a:p>
        </p:txBody>
      </p:sp>
      <p:sp>
        <p:nvSpPr>
          <p:cNvPr id="69" name="Title 11">
            <a:extLst>
              <a:ext uri="{FF2B5EF4-FFF2-40B4-BE49-F238E27FC236}">
                <a16:creationId xmlns:a16="http://schemas.microsoft.com/office/drawing/2014/main" id="{D11C5867-6122-4CBF-8F80-0AA5A26AC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145740"/>
            <a:ext cx="10515600" cy="1325563"/>
          </a:xfrm>
        </p:spPr>
        <p:txBody>
          <a:bodyPr/>
          <a:lstStyle/>
          <a:p>
            <a:r>
              <a:rPr lang="en-GB" dirty="0"/>
              <a:t>Destination: Large Language Models</a:t>
            </a: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80402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16" grpId="0"/>
      <p:bldP spid="20" grpId="0"/>
      <p:bldP spid="21" grpId="0"/>
      <p:bldP spid="22" grpId="0"/>
      <p:bldP spid="25" grpId="0" animBg="1"/>
      <p:bldP spid="26" grpId="0" animBg="1"/>
      <p:bldP spid="27" grpId="0" animBg="1"/>
      <p:bldP spid="28" grpId="0" animBg="1"/>
      <p:bldP spid="30" grpId="0"/>
      <p:bldP spid="32" grpId="0"/>
      <p:bldP spid="54" grpId="0" animBg="1"/>
      <p:bldP spid="55" grpId="0" animBg="1"/>
      <p:bldP spid="57" grpId="0"/>
      <p:bldP spid="59" grpId="0" animBg="1"/>
      <p:bldP spid="60" grpId="0"/>
      <p:bldP spid="61" grpId="0"/>
      <p:bldP spid="64" grpId="0" animBg="1"/>
      <p:bldP spid="68" grpId="0" animBg="1"/>
      <p:bldP spid="72" grpId="0" animBg="1"/>
      <p:bldP spid="73" grpId="0" animBg="1"/>
      <p:bldP spid="75" grpId="0" animBg="1"/>
      <p:bldP spid="7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DA2BE6-4ED9-47C8-8DE3-7DD3278BB6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E4DCBD55-91F0-45C8-9EAD-31C5FB32C79B}" type="slidenum">
              <a:rPr lang="de-DE" altLang="de-DE" smtClean="0"/>
              <a:pPr>
                <a:defRPr/>
              </a:pPr>
              <a:t>16</a:t>
            </a:fld>
            <a:endParaRPr lang="de-DE" altLang="de-DE" dirty="0"/>
          </a:p>
        </p:txBody>
      </p:sp>
      <p:pic>
        <p:nvPicPr>
          <p:cNvPr id="12" name="Picture 8">
            <a:extLst>
              <a:ext uri="{FF2B5EF4-FFF2-40B4-BE49-F238E27FC236}">
                <a16:creationId xmlns:a16="http://schemas.microsoft.com/office/drawing/2014/main" id="{1675A904-186C-4EB4-BB61-966022A1F0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311" y="1878112"/>
            <a:ext cx="727836" cy="727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Graphic 12" descr="Document with solid fill">
            <a:extLst>
              <a:ext uri="{FF2B5EF4-FFF2-40B4-BE49-F238E27FC236}">
                <a16:creationId xmlns:a16="http://schemas.microsoft.com/office/drawing/2014/main" id="{DFC9C2D2-2FBF-42B9-8E82-50D75B6145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24275" y="1878111"/>
            <a:ext cx="727837" cy="727837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7DEB4DEF-6B44-45E8-B97A-16E1C0218525}"/>
              </a:ext>
            </a:extLst>
          </p:cNvPr>
          <p:cNvSpPr/>
          <p:nvPr/>
        </p:nvSpPr>
        <p:spPr>
          <a:xfrm>
            <a:off x="4409617" y="2163202"/>
            <a:ext cx="542789" cy="142808"/>
          </a:xfrm>
          <a:prstGeom prst="rightArrow">
            <a:avLst/>
          </a:prstGeom>
          <a:solidFill>
            <a:schemeClr val="tx1"/>
          </a:solidFill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E6DC06-14D2-4CED-BDFF-60393576EA1D}"/>
              </a:ext>
            </a:extLst>
          </p:cNvPr>
          <p:cNvSpPr txBox="1"/>
          <p:nvPr/>
        </p:nvSpPr>
        <p:spPr>
          <a:xfrm>
            <a:off x="3826679" y="2661315"/>
            <a:ext cx="5230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063851-E328-4C68-9393-C701F578A0C3}"/>
              </a:ext>
            </a:extLst>
          </p:cNvPr>
          <p:cNvSpPr txBox="1"/>
          <p:nvPr/>
        </p:nvSpPr>
        <p:spPr>
          <a:xfrm>
            <a:off x="5153594" y="2648759"/>
            <a:ext cx="10932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Human</a:t>
            </a:r>
          </a:p>
          <a:p>
            <a:pPr algn="ctr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annotators</a:t>
            </a:r>
          </a:p>
        </p:txBody>
      </p:sp>
      <p:pic>
        <p:nvPicPr>
          <p:cNvPr id="17" name="Picture 12">
            <a:extLst>
              <a:ext uri="{FF2B5EF4-FFF2-40B4-BE49-F238E27FC236}">
                <a16:creationId xmlns:a16="http://schemas.microsoft.com/office/drawing/2014/main" id="{2B63DD8B-E45B-4D09-B887-D0917DA827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9600" y="1918728"/>
            <a:ext cx="523133" cy="727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6">
            <a:extLst>
              <a:ext uri="{FF2B5EF4-FFF2-40B4-BE49-F238E27FC236}">
                <a16:creationId xmlns:a16="http://schemas.microsoft.com/office/drawing/2014/main" id="{F3E8578D-929B-4240-AB7E-A6493AA0BD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7529" y="1842440"/>
            <a:ext cx="727838" cy="727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65B5005-EE7E-4F1F-A01C-E72F109B943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6078" y="1878111"/>
            <a:ext cx="727837" cy="72783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24F26F6-7F0E-42E4-A5FA-712899ECBFE5}"/>
              </a:ext>
            </a:extLst>
          </p:cNvPr>
          <p:cNvSpPr txBox="1"/>
          <p:nvPr/>
        </p:nvSpPr>
        <p:spPr>
          <a:xfrm>
            <a:off x="8706140" y="2622368"/>
            <a:ext cx="10214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ML model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1BBCB5-C937-484E-A715-7CB6375767B5}"/>
              </a:ext>
            </a:extLst>
          </p:cNvPr>
          <p:cNvSpPr txBox="1"/>
          <p:nvPr/>
        </p:nvSpPr>
        <p:spPr>
          <a:xfrm>
            <a:off x="10535313" y="2605948"/>
            <a:ext cx="9893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</a:p>
          <a:p>
            <a:pPr algn="ctr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Estimates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E3841C-CA1E-48E5-8FA3-6B5D900252ED}"/>
              </a:ext>
            </a:extLst>
          </p:cNvPr>
          <p:cNvSpPr txBox="1"/>
          <p:nvPr/>
        </p:nvSpPr>
        <p:spPr>
          <a:xfrm>
            <a:off x="6831582" y="2605948"/>
            <a:ext cx="1415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</a:t>
            </a:r>
          </a:p>
          <a:p>
            <a:pPr algn="ctr"/>
            <a:r>
              <a:rPr lang="en-GB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Preproc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and </a:t>
            </a:r>
          </a:p>
          <a:p>
            <a:pPr algn="ctr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annotated text</a:t>
            </a:r>
          </a:p>
        </p:txBody>
      </p:sp>
      <p:pic>
        <p:nvPicPr>
          <p:cNvPr id="23" name="Graphic 22" descr="Document with solid fill">
            <a:extLst>
              <a:ext uri="{FF2B5EF4-FFF2-40B4-BE49-F238E27FC236}">
                <a16:creationId xmlns:a16="http://schemas.microsoft.com/office/drawing/2014/main" id="{18C37266-E481-4DF1-B8EA-8C48E928B2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84384" y="1852602"/>
            <a:ext cx="639315" cy="63931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17E5923-E60D-4C4D-A6FD-A3B906EA61A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4775" y="1948852"/>
            <a:ext cx="515014" cy="515014"/>
          </a:xfrm>
          <a:prstGeom prst="rect">
            <a:avLst/>
          </a:prstGeom>
        </p:spPr>
      </p:pic>
      <p:sp>
        <p:nvSpPr>
          <p:cNvPr id="25" name="Arrow: Right 24">
            <a:extLst>
              <a:ext uri="{FF2B5EF4-FFF2-40B4-BE49-F238E27FC236}">
                <a16:creationId xmlns:a16="http://schemas.microsoft.com/office/drawing/2014/main" id="{7E6C3FC5-F886-4EAA-B597-DC49627B195F}"/>
              </a:ext>
            </a:extLst>
          </p:cNvPr>
          <p:cNvSpPr/>
          <p:nvPr/>
        </p:nvSpPr>
        <p:spPr>
          <a:xfrm>
            <a:off x="6484153" y="2169311"/>
            <a:ext cx="542789" cy="142808"/>
          </a:xfrm>
          <a:prstGeom prst="rightArrow">
            <a:avLst/>
          </a:prstGeom>
          <a:solidFill>
            <a:schemeClr val="tx1"/>
          </a:solidFill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600C7CF8-0DBF-4825-86B4-EEB3256063F1}"/>
              </a:ext>
            </a:extLst>
          </p:cNvPr>
          <p:cNvSpPr/>
          <p:nvPr/>
        </p:nvSpPr>
        <p:spPr>
          <a:xfrm>
            <a:off x="8271247" y="2158145"/>
            <a:ext cx="542789" cy="142808"/>
          </a:xfrm>
          <a:prstGeom prst="rightArrow">
            <a:avLst/>
          </a:prstGeom>
          <a:solidFill>
            <a:schemeClr val="tx1"/>
          </a:solidFill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3A83547B-5696-406A-A37D-D903AF05B318}"/>
              </a:ext>
            </a:extLst>
          </p:cNvPr>
          <p:cNvSpPr/>
          <p:nvPr/>
        </p:nvSpPr>
        <p:spPr>
          <a:xfrm>
            <a:off x="9905257" y="2169475"/>
            <a:ext cx="542789" cy="142808"/>
          </a:xfrm>
          <a:prstGeom prst="rightArrow">
            <a:avLst/>
          </a:prstGeom>
          <a:solidFill>
            <a:schemeClr val="tx1"/>
          </a:solidFill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Arc 27">
            <a:extLst>
              <a:ext uri="{FF2B5EF4-FFF2-40B4-BE49-F238E27FC236}">
                <a16:creationId xmlns:a16="http://schemas.microsoft.com/office/drawing/2014/main" id="{30C5F234-1D95-4CBB-91E7-C7E76C6CB796}"/>
              </a:ext>
            </a:extLst>
          </p:cNvPr>
          <p:cNvSpPr/>
          <p:nvPr/>
        </p:nvSpPr>
        <p:spPr>
          <a:xfrm flipH="1">
            <a:off x="7584678" y="1035050"/>
            <a:ext cx="3270262" cy="1570898"/>
          </a:xfrm>
          <a:prstGeom prst="arc">
            <a:avLst>
              <a:gd name="adj1" fmla="val 10886870"/>
              <a:gd name="adj2" fmla="val 0"/>
            </a:avLst>
          </a:prstGeom>
          <a:ln w="28575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F2F0EED-2F88-44AD-A239-09EDC7009EA5}"/>
              </a:ext>
            </a:extLst>
          </p:cNvPr>
          <p:cNvSpPr txBox="1"/>
          <p:nvPr/>
        </p:nvSpPr>
        <p:spPr>
          <a:xfrm>
            <a:off x="565669" y="1623904"/>
            <a:ext cx="219843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rtl="0">
              <a:spcBef>
                <a:spcPts val="600"/>
              </a:spcBef>
              <a:spcAft>
                <a:spcPts val="0"/>
              </a:spcAft>
            </a:pPr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Quattrocento Sans"/>
              </a:rPr>
              <a:t>Classical </a:t>
            </a:r>
            <a:b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Quattrocento Sans"/>
              </a:rPr>
            </a:br>
            <a:r>
              <a:rPr lang="en-GB" sz="2800" b="1" dirty="0">
                <a:solidFill>
                  <a:srgbClr val="336D9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Quattrocento Sans"/>
              </a:rPr>
              <a:t>supervised </a:t>
            </a:r>
          </a:p>
          <a:p>
            <a:pPr lvl="0" rtl="0">
              <a:spcBef>
                <a:spcPts val="600"/>
              </a:spcBef>
              <a:spcAft>
                <a:spcPts val="0"/>
              </a:spcAft>
            </a:pPr>
            <a:r>
              <a:rPr lang="en-GB" sz="2800" dirty="0">
                <a:solidFill>
                  <a:srgbClr val="336D9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Quattrocento Sans"/>
              </a:rPr>
              <a:t>methods</a:t>
            </a:r>
            <a:endParaRPr lang="en-GB" sz="2200" dirty="0">
              <a:solidFill>
                <a:srgbClr val="336D9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Quattrocento Sans"/>
            </a:endParaRPr>
          </a:p>
          <a:p>
            <a:pPr lvl="0" rtl="0">
              <a:spcBef>
                <a:spcPts val="600"/>
              </a:spcBef>
              <a:spcAft>
                <a:spcPts val="0"/>
              </a:spcAft>
            </a:pPr>
            <a:endParaRPr lang="en-GB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Quattrocento Sans"/>
            </a:endParaRPr>
          </a:p>
          <a:p>
            <a:pPr marL="342900" lvl="0" indent="-342900" rtl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Quattrocento Sans"/>
            </a:endParaRPr>
          </a:p>
          <a:p>
            <a:pPr marL="342900" lvl="0" indent="-342900" rtl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Quattrocento Sans"/>
            </a:endParaRPr>
          </a:p>
          <a:p>
            <a:pPr lvl="0" rtl="0">
              <a:spcAft>
                <a:spcPts val="0"/>
              </a:spcAft>
            </a:pPr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Quattrocento Sans"/>
              </a:rPr>
              <a:t>Contemporary</a:t>
            </a:r>
          </a:p>
          <a:p>
            <a:pPr lvl="0" rtl="0">
              <a:spcAft>
                <a:spcPts val="0"/>
              </a:spcAft>
            </a:pPr>
            <a:r>
              <a:rPr lang="en-GB" sz="28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Quattrocento Sans"/>
              </a:rPr>
              <a:t>unsupervised </a:t>
            </a:r>
          </a:p>
          <a:p>
            <a:pPr lvl="0" rtl="0">
              <a:spcAft>
                <a:spcPts val="0"/>
              </a:spcAft>
            </a:pPr>
            <a:r>
              <a:rPr lang="en-GB" sz="28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Quattrocento Sans"/>
              </a:rPr>
              <a:t>methods</a:t>
            </a:r>
            <a:endParaRPr lang="en-GB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Quattrocento San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A46D7EF-519D-4D20-8B00-E99280EF619C}"/>
              </a:ext>
            </a:extLst>
          </p:cNvPr>
          <p:cNvSpPr txBox="1"/>
          <p:nvPr/>
        </p:nvSpPr>
        <p:spPr>
          <a:xfrm>
            <a:off x="8655765" y="2861796"/>
            <a:ext cx="12303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specific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C7CA1AF-00BE-427C-BE7F-88B808B71BF9}"/>
              </a:ext>
            </a:extLst>
          </p:cNvPr>
          <p:cNvCxnSpPr/>
          <p:nvPr/>
        </p:nvCxnSpPr>
        <p:spPr>
          <a:xfrm>
            <a:off x="6979231" y="3519947"/>
            <a:ext cx="441468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42B050B7-6FF5-44DD-9F99-A4BEBBF53BA8}"/>
              </a:ext>
            </a:extLst>
          </p:cNvPr>
          <p:cNvSpPr txBox="1"/>
          <p:nvPr/>
        </p:nvSpPr>
        <p:spPr>
          <a:xfrm>
            <a:off x="8753003" y="3519947"/>
            <a:ext cx="1035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</a:t>
            </a:r>
          </a:p>
        </p:txBody>
      </p:sp>
      <p:pic>
        <p:nvPicPr>
          <p:cNvPr id="39" name="Graphic 38" descr="Document with solid fill">
            <a:extLst>
              <a:ext uri="{FF2B5EF4-FFF2-40B4-BE49-F238E27FC236}">
                <a16:creationId xmlns:a16="http://schemas.microsoft.com/office/drawing/2014/main" id="{66C23EC7-238A-41EF-85B8-83E6636DB3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2832004" y="3997789"/>
            <a:ext cx="365765" cy="365765"/>
          </a:xfrm>
          <a:prstGeom prst="rect">
            <a:avLst/>
          </a:prstGeom>
        </p:spPr>
      </p:pic>
      <p:pic>
        <p:nvPicPr>
          <p:cNvPr id="40" name="Graphic 39" descr="Document with solid fill">
            <a:extLst>
              <a:ext uri="{FF2B5EF4-FFF2-40B4-BE49-F238E27FC236}">
                <a16:creationId xmlns:a16="http://schemas.microsoft.com/office/drawing/2014/main" id="{3031865F-B1B5-45AA-ADE5-93087C93973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flipH="1" flipV="1">
            <a:off x="3102617" y="4018372"/>
            <a:ext cx="365765" cy="365765"/>
          </a:xfrm>
          <a:prstGeom prst="rect">
            <a:avLst/>
          </a:prstGeom>
        </p:spPr>
      </p:pic>
      <p:pic>
        <p:nvPicPr>
          <p:cNvPr id="41" name="Graphic 40" descr="Document with solid fill">
            <a:extLst>
              <a:ext uri="{FF2B5EF4-FFF2-40B4-BE49-F238E27FC236}">
                <a16:creationId xmlns:a16="http://schemas.microsoft.com/office/drawing/2014/main" id="{A404FF95-8EB1-4F29-87CA-75B706053FE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flipH="1" flipV="1">
            <a:off x="2821541" y="4330342"/>
            <a:ext cx="365765" cy="365765"/>
          </a:xfrm>
          <a:prstGeom prst="rect">
            <a:avLst/>
          </a:prstGeom>
        </p:spPr>
      </p:pic>
      <p:pic>
        <p:nvPicPr>
          <p:cNvPr id="42" name="Graphic 41" descr="Document with solid fill">
            <a:extLst>
              <a:ext uri="{FF2B5EF4-FFF2-40B4-BE49-F238E27FC236}">
                <a16:creationId xmlns:a16="http://schemas.microsoft.com/office/drawing/2014/main" id="{14246E82-6611-48D6-B6F2-7E356853B0B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flipH="1" flipV="1">
            <a:off x="3087624" y="4399967"/>
            <a:ext cx="365765" cy="365765"/>
          </a:xfrm>
          <a:prstGeom prst="rect">
            <a:avLst/>
          </a:prstGeom>
        </p:spPr>
      </p:pic>
      <p:pic>
        <p:nvPicPr>
          <p:cNvPr id="43" name="Graphic 42" descr="Document with solid fill">
            <a:extLst>
              <a:ext uri="{FF2B5EF4-FFF2-40B4-BE49-F238E27FC236}">
                <a16:creationId xmlns:a16="http://schemas.microsoft.com/office/drawing/2014/main" id="{6AAF851E-2A0D-4B16-9509-242557DCFE6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flipH="1" flipV="1">
            <a:off x="2785371" y="4661539"/>
            <a:ext cx="365765" cy="365765"/>
          </a:xfrm>
          <a:prstGeom prst="rect">
            <a:avLst/>
          </a:prstGeom>
        </p:spPr>
      </p:pic>
      <p:pic>
        <p:nvPicPr>
          <p:cNvPr id="44" name="Graphic 43" descr="Document with solid fill">
            <a:extLst>
              <a:ext uri="{FF2B5EF4-FFF2-40B4-BE49-F238E27FC236}">
                <a16:creationId xmlns:a16="http://schemas.microsoft.com/office/drawing/2014/main" id="{E3B5758A-1105-4FAC-B0B6-F5BF9697F6D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flipH="1" flipV="1">
            <a:off x="3087623" y="4770493"/>
            <a:ext cx="365765" cy="365765"/>
          </a:xfrm>
          <a:prstGeom prst="rect">
            <a:avLst/>
          </a:prstGeom>
        </p:spPr>
      </p:pic>
      <p:pic>
        <p:nvPicPr>
          <p:cNvPr id="45" name="Graphic 44" descr="Document with solid fill">
            <a:extLst>
              <a:ext uri="{FF2B5EF4-FFF2-40B4-BE49-F238E27FC236}">
                <a16:creationId xmlns:a16="http://schemas.microsoft.com/office/drawing/2014/main" id="{300D8678-C595-48C6-B6B7-B348C62835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3375953" y="3997789"/>
            <a:ext cx="365765" cy="365765"/>
          </a:xfrm>
          <a:prstGeom prst="rect">
            <a:avLst/>
          </a:prstGeom>
        </p:spPr>
      </p:pic>
      <p:pic>
        <p:nvPicPr>
          <p:cNvPr id="47" name="Graphic 46" descr="Document with solid fill">
            <a:extLst>
              <a:ext uri="{FF2B5EF4-FFF2-40B4-BE49-F238E27FC236}">
                <a16:creationId xmlns:a16="http://schemas.microsoft.com/office/drawing/2014/main" id="{5DA4EACA-5DD1-48FB-ACE5-27BA2C82803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flipH="1" flipV="1">
            <a:off x="3646566" y="4018372"/>
            <a:ext cx="365765" cy="365765"/>
          </a:xfrm>
          <a:prstGeom prst="rect">
            <a:avLst/>
          </a:prstGeom>
        </p:spPr>
      </p:pic>
      <p:pic>
        <p:nvPicPr>
          <p:cNvPr id="50" name="Graphic 49" descr="Document with solid fill">
            <a:extLst>
              <a:ext uri="{FF2B5EF4-FFF2-40B4-BE49-F238E27FC236}">
                <a16:creationId xmlns:a16="http://schemas.microsoft.com/office/drawing/2014/main" id="{7AD6FDC5-FA7C-4DE9-8FDC-6688668BC63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flipH="1" flipV="1">
            <a:off x="3365490" y="4330342"/>
            <a:ext cx="365765" cy="365765"/>
          </a:xfrm>
          <a:prstGeom prst="rect">
            <a:avLst/>
          </a:prstGeom>
        </p:spPr>
      </p:pic>
      <p:pic>
        <p:nvPicPr>
          <p:cNvPr id="51" name="Graphic 50" descr="Document with solid fill">
            <a:extLst>
              <a:ext uri="{FF2B5EF4-FFF2-40B4-BE49-F238E27FC236}">
                <a16:creationId xmlns:a16="http://schemas.microsoft.com/office/drawing/2014/main" id="{021F2C56-DAC7-4FB8-B229-43891E59B89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flipH="1" flipV="1">
            <a:off x="3631573" y="4399967"/>
            <a:ext cx="365765" cy="365765"/>
          </a:xfrm>
          <a:prstGeom prst="rect">
            <a:avLst/>
          </a:prstGeom>
        </p:spPr>
      </p:pic>
      <p:pic>
        <p:nvPicPr>
          <p:cNvPr id="52" name="Graphic 51" descr="Document with solid fill">
            <a:extLst>
              <a:ext uri="{FF2B5EF4-FFF2-40B4-BE49-F238E27FC236}">
                <a16:creationId xmlns:a16="http://schemas.microsoft.com/office/drawing/2014/main" id="{8272A367-92FC-494F-B159-8B1B127FB44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flipH="1" flipV="1">
            <a:off x="3329320" y="4661539"/>
            <a:ext cx="365765" cy="365765"/>
          </a:xfrm>
          <a:prstGeom prst="rect">
            <a:avLst/>
          </a:prstGeom>
        </p:spPr>
      </p:pic>
      <p:pic>
        <p:nvPicPr>
          <p:cNvPr id="53" name="Graphic 52" descr="Document with solid fill">
            <a:extLst>
              <a:ext uri="{FF2B5EF4-FFF2-40B4-BE49-F238E27FC236}">
                <a16:creationId xmlns:a16="http://schemas.microsoft.com/office/drawing/2014/main" id="{FA3960CD-A11C-418E-B62C-BF6ACC58335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flipH="1" flipV="1">
            <a:off x="3631572" y="4770493"/>
            <a:ext cx="365765" cy="365765"/>
          </a:xfrm>
          <a:prstGeom prst="rect">
            <a:avLst/>
          </a:prstGeom>
        </p:spPr>
      </p:pic>
      <p:sp>
        <p:nvSpPr>
          <p:cNvPr id="54" name="Arrow: Right 53">
            <a:extLst>
              <a:ext uri="{FF2B5EF4-FFF2-40B4-BE49-F238E27FC236}">
                <a16:creationId xmlns:a16="http://schemas.microsoft.com/office/drawing/2014/main" id="{28CAA681-9E7D-4335-8109-7CD65325BE2F}"/>
              </a:ext>
            </a:extLst>
          </p:cNvPr>
          <p:cNvSpPr/>
          <p:nvPr/>
        </p:nvSpPr>
        <p:spPr>
          <a:xfrm>
            <a:off x="4103241" y="4384137"/>
            <a:ext cx="542789" cy="142808"/>
          </a:xfrm>
          <a:prstGeom prst="rightArrow">
            <a:avLst/>
          </a:prstGeom>
          <a:solidFill>
            <a:schemeClr val="tx1"/>
          </a:solidFill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C729E2-25C2-4493-8CFA-E25B953C88C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1933" y="4153738"/>
            <a:ext cx="616755" cy="616755"/>
          </a:xfrm>
          <a:prstGeom prst="rect">
            <a:avLst/>
          </a:prstGeom>
        </p:spPr>
      </p:pic>
      <p:sp>
        <p:nvSpPr>
          <p:cNvPr id="55" name="Arc 54">
            <a:extLst>
              <a:ext uri="{FF2B5EF4-FFF2-40B4-BE49-F238E27FC236}">
                <a16:creationId xmlns:a16="http://schemas.microsoft.com/office/drawing/2014/main" id="{F7CBDBE8-890D-4E5D-96F7-C50259432CFD}"/>
              </a:ext>
            </a:extLst>
          </p:cNvPr>
          <p:cNvSpPr/>
          <p:nvPr/>
        </p:nvSpPr>
        <p:spPr>
          <a:xfrm flipH="1" flipV="1">
            <a:off x="3345750" y="4578894"/>
            <a:ext cx="1694480" cy="1190429"/>
          </a:xfrm>
          <a:prstGeom prst="arc">
            <a:avLst>
              <a:gd name="adj1" fmla="val 10886870"/>
              <a:gd name="adj2" fmla="val 0"/>
            </a:avLst>
          </a:prstGeom>
          <a:ln w="28575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487505B-B651-4503-91FD-83530B46CCAE}"/>
              </a:ext>
            </a:extLst>
          </p:cNvPr>
          <p:cNvCxnSpPr>
            <a:cxnSpLocks/>
          </p:cNvCxnSpPr>
          <p:nvPr/>
        </p:nvCxnSpPr>
        <p:spPr>
          <a:xfrm>
            <a:off x="2872258" y="5943143"/>
            <a:ext cx="401632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09155F45-098C-403B-8488-E2C598342343}"/>
              </a:ext>
            </a:extLst>
          </p:cNvPr>
          <p:cNvSpPr txBox="1"/>
          <p:nvPr/>
        </p:nvSpPr>
        <p:spPr>
          <a:xfrm>
            <a:off x="4313632" y="5973519"/>
            <a:ext cx="1035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</a:t>
            </a:r>
          </a:p>
        </p:txBody>
      </p:sp>
      <p:pic>
        <p:nvPicPr>
          <p:cNvPr id="58" name="Picture 6">
            <a:extLst>
              <a:ext uri="{FF2B5EF4-FFF2-40B4-BE49-F238E27FC236}">
                <a16:creationId xmlns:a16="http://schemas.microsoft.com/office/drawing/2014/main" id="{9A5207D6-6B85-4DCD-8F3C-B9C5999D0B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3283" y="4064435"/>
            <a:ext cx="727838" cy="727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Arrow: Right 58">
            <a:extLst>
              <a:ext uri="{FF2B5EF4-FFF2-40B4-BE49-F238E27FC236}">
                <a16:creationId xmlns:a16="http://schemas.microsoft.com/office/drawing/2014/main" id="{2D563463-B93C-4498-9884-722F752D25C8}"/>
              </a:ext>
            </a:extLst>
          </p:cNvPr>
          <p:cNvSpPr/>
          <p:nvPr/>
        </p:nvSpPr>
        <p:spPr>
          <a:xfrm>
            <a:off x="5427001" y="4380140"/>
            <a:ext cx="542789" cy="142808"/>
          </a:xfrm>
          <a:prstGeom prst="rightArrow">
            <a:avLst/>
          </a:prstGeom>
          <a:solidFill>
            <a:schemeClr val="tx1"/>
          </a:solidFill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40AD6BC-7259-4EC7-A307-1E117B923F72}"/>
              </a:ext>
            </a:extLst>
          </p:cNvPr>
          <p:cNvSpPr txBox="1"/>
          <p:nvPr/>
        </p:nvSpPr>
        <p:spPr>
          <a:xfrm>
            <a:off x="5867154" y="4806211"/>
            <a:ext cx="10214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ML model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38F618D-B02F-4AD9-9915-342EE4951DA8}"/>
              </a:ext>
            </a:extLst>
          </p:cNvPr>
          <p:cNvSpPr txBox="1"/>
          <p:nvPr/>
        </p:nvSpPr>
        <p:spPr>
          <a:xfrm>
            <a:off x="5759329" y="5045639"/>
            <a:ext cx="13452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Multipurpose</a:t>
            </a:r>
          </a:p>
        </p:txBody>
      </p:sp>
      <p:pic>
        <p:nvPicPr>
          <p:cNvPr id="62" name="Picture 8">
            <a:extLst>
              <a:ext uri="{FF2B5EF4-FFF2-40B4-BE49-F238E27FC236}">
                <a16:creationId xmlns:a16="http://schemas.microsoft.com/office/drawing/2014/main" id="{7826815F-996D-40B1-9D74-FE3BC57589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0819" y="4057958"/>
            <a:ext cx="727836" cy="687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" name="Graphic 62" descr="Document with solid fill">
            <a:extLst>
              <a:ext uri="{FF2B5EF4-FFF2-40B4-BE49-F238E27FC236}">
                <a16:creationId xmlns:a16="http://schemas.microsoft.com/office/drawing/2014/main" id="{4292371C-F3AA-4CF0-B85F-367684E43F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91681" y="4062824"/>
            <a:ext cx="727837" cy="687718"/>
          </a:xfrm>
          <a:prstGeom prst="rect">
            <a:avLst/>
          </a:prstGeom>
        </p:spPr>
      </p:pic>
      <p:sp>
        <p:nvSpPr>
          <p:cNvPr id="64" name="Arrow: Right 63">
            <a:extLst>
              <a:ext uri="{FF2B5EF4-FFF2-40B4-BE49-F238E27FC236}">
                <a16:creationId xmlns:a16="http://schemas.microsoft.com/office/drawing/2014/main" id="{A18E1A5E-EA33-40E1-9F5D-47CE6CC8CC1B}"/>
              </a:ext>
            </a:extLst>
          </p:cNvPr>
          <p:cNvSpPr/>
          <p:nvPr/>
        </p:nvSpPr>
        <p:spPr>
          <a:xfrm rot="10800000">
            <a:off x="8477021" y="4315667"/>
            <a:ext cx="412085" cy="152343"/>
          </a:xfrm>
          <a:prstGeom prst="rightArrow">
            <a:avLst/>
          </a:prstGeom>
          <a:solidFill>
            <a:srgbClr val="336D92"/>
          </a:solidFill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336D92"/>
              </a:solidFill>
            </a:endParaRPr>
          </a:p>
        </p:txBody>
      </p:sp>
      <p:pic>
        <p:nvPicPr>
          <p:cNvPr id="65" name="Picture 12">
            <a:extLst>
              <a:ext uri="{FF2B5EF4-FFF2-40B4-BE49-F238E27FC236}">
                <a16:creationId xmlns:a16="http://schemas.microsoft.com/office/drawing/2014/main" id="{CD1ED484-2788-4341-8150-FE61C8980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0108" y="4098575"/>
            <a:ext cx="523133" cy="687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" name="Graphic 65" descr="Document with solid fill">
            <a:extLst>
              <a:ext uri="{FF2B5EF4-FFF2-40B4-BE49-F238E27FC236}">
                <a16:creationId xmlns:a16="http://schemas.microsoft.com/office/drawing/2014/main" id="{D7E119C4-55BD-414F-8486-89C3B004E7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54600" y="4114349"/>
            <a:ext cx="639315" cy="604075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1BD30688-DA4E-4BE0-9D7A-C8228D338AF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881" y="4219854"/>
            <a:ext cx="515014" cy="486626"/>
          </a:xfrm>
          <a:prstGeom prst="rect">
            <a:avLst/>
          </a:prstGeom>
        </p:spPr>
      </p:pic>
      <p:sp>
        <p:nvSpPr>
          <p:cNvPr id="68" name="Arrow: Right 67">
            <a:extLst>
              <a:ext uri="{FF2B5EF4-FFF2-40B4-BE49-F238E27FC236}">
                <a16:creationId xmlns:a16="http://schemas.microsoft.com/office/drawing/2014/main" id="{31EA5E05-F69F-4C29-8497-8A6D2CE893BB}"/>
              </a:ext>
            </a:extLst>
          </p:cNvPr>
          <p:cNvSpPr/>
          <p:nvPr/>
        </p:nvSpPr>
        <p:spPr>
          <a:xfrm rot="10800000">
            <a:off x="10363265" y="4315667"/>
            <a:ext cx="426932" cy="122853"/>
          </a:xfrm>
          <a:prstGeom prst="rightArrow">
            <a:avLst/>
          </a:prstGeom>
          <a:solidFill>
            <a:srgbClr val="336D92"/>
          </a:solidFill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336D92"/>
              </a:solidFill>
            </a:endParaRPr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EE6899CA-ECB7-4D61-8FD7-51622FFCF8A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5781" y="5076414"/>
            <a:ext cx="727837" cy="727837"/>
          </a:xfrm>
          <a:prstGeom prst="rect">
            <a:avLst/>
          </a:prstGeom>
        </p:spPr>
      </p:pic>
      <p:sp>
        <p:nvSpPr>
          <p:cNvPr id="72" name="Arrow: Right 71">
            <a:extLst>
              <a:ext uri="{FF2B5EF4-FFF2-40B4-BE49-F238E27FC236}">
                <a16:creationId xmlns:a16="http://schemas.microsoft.com/office/drawing/2014/main" id="{F4AC70AA-D312-4508-82A6-5F870D107B82}"/>
              </a:ext>
            </a:extLst>
          </p:cNvPr>
          <p:cNvSpPr/>
          <p:nvPr/>
        </p:nvSpPr>
        <p:spPr>
          <a:xfrm>
            <a:off x="8500097" y="5275255"/>
            <a:ext cx="412085" cy="152343"/>
          </a:xfrm>
          <a:prstGeom prst="rightArrow">
            <a:avLst/>
          </a:prstGeom>
          <a:solidFill>
            <a:srgbClr val="336D92"/>
          </a:solidFill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336D92"/>
              </a:solidFill>
            </a:endParaRPr>
          </a:p>
        </p:txBody>
      </p:sp>
      <p:sp>
        <p:nvSpPr>
          <p:cNvPr id="73" name="Arrow: Right 72">
            <a:extLst>
              <a:ext uri="{FF2B5EF4-FFF2-40B4-BE49-F238E27FC236}">
                <a16:creationId xmlns:a16="http://schemas.microsoft.com/office/drawing/2014/main" id="{AE35041C-86AC-44FB-993B-D40747A1C7EF}"/>
              </a:ext>
            </a:extLst>
          </p:cNvPr>
          <p:cNvSpPr/>
          <p:nvPr/>
        </p:nvSpPr>
        <p:spPr>
          <a:xfrm rot="16200000">
            <a:off x="9239192" y="4893669"/>
            <a:ext cx="266783" cy="119410"/>
          </a:xfrm>
          <a:prstGeom prst="rightArrow">
            <a:avLst/>
          </a:prstGeom>
          <a:solidFill>
            <a:srgbClr val="336D92"/>
          </a:solidFill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336D92"/>
              </a:solidFill>
            </a:endParaRPr>
          </a:p>
        </p:txBody>
      </p:sp>
      <p:pic>
        <p:nvPicPr>
          <p:cNvPr id="74" name="Picture 6">
            <a:extLst>
              <a:ext uri="{FF2B5EF4-FFF2-40B4-BE49-F238E27FC236}">
                <a16:creationId xmlns:a16="http://schemas.microsoft.com/office/drawing/2014/main" id="{DB0E3BC1-E0D6-4FA9-B9E3-928E8E4B22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1681" y="5076414"/>
            <a:ext cx="595721" cy="595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Arrow: Right 74">
            <a:extLst>
              <a:ext uri="{FF2B5EF4-FFF2-40B4-BE49-F238E27FC236}">
                <a16:creationId xmlns:a16="http://schemas.microsoft.com/office/drawing/2014/main" id="{34017B55-5401-42F9-8DE1-E6B651B7B007}"/>
              </a:ext>
            </a:extLst>
          </p:cNvPr>
          <p:cNvSpPr/>
          <p:nvPr/>
        </p:nvSpPr>
        <p:spPr>
          <a:xfrm rot="5400000">
            <a:off x="8005785" y="4839419"/>
            <a:ext cx="266783" cy="119410"/>
          </a:xfrm>
          <a:prstGeom prst="rightArrow">
            <a:avLst/>
          </a:prstGeom>
          <a:solidFill>
            <a:srgbClr val="336D92"/>
          </a:solidFill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336D92"/>
              </a:solidFill>
            </a:endParaRP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3FA7542-C143-46E0-AABF-DF739F5A355C}"/>
              </a:ext>
            </a:extLst>
          </p:cNvPr>
          <p:cNvCxnSpPr>
            <a:cxnSpLocks/>
          </p:cNvCxnSpPr>
          <p:nvPr/>
        </p:nvCxnSpPr>
        <p:spPr>
          <a:xfrm>
            <a:off x="7330629" y="5940778"/>
            <a:ext cx="4016329" cy="0"/>
          </a:xfrm>
          <a:prstGeom prst="line">
            <a:avLst/>
          </a:prstGeom>
          <a:ln>
            <a:solidFill>
              <a:srgbClr val="336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5D6875C-39B2-4844-9977-22917E084DEE}"/>
              </a:ext>
            </a:extLst>
          </p:cNvPr>
          <p:cNvSpPr txBox="1"/>
          <p:nvPr/>
        </p:nvSpPr>
        <p:spPr>
          <a:xfrm>
            <a:off x="10131663" y="5985606"/>
            <a:ext cx="13211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b="1" dirty="0">
                <a:solidFill>
                  <a:srgbClr val="336D9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FINE-TUNING</a:t>
            </a:r>
          </a:p>
        </p:txBody>
      </p:sp>
      <p:sp>
        <p:nvSpPr>
          <p:cNvPr id="69" name="Title 11">
            <a:extLst>
              <a:ext uri="{FF2B5EF4-FFF2-40B4-BE49-F238E27FC236}">
                <a16:creationId xmlns:a16="http://schemas.microsoft.com/office/drawing/2014/main" id="{D11C5867-6122-4CBF-8F80-0AA5A26AC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145740"/>
            <a:ext cx="10515600" cy="1325563"/>
          </a:xfrm>
        </p:spPr>
        <p:txBody>
          <a:bodyPr/>
          <a:lstStyle/>
          <a:p>
            <a:r>
              <a:rPr lang="en-GB" dirty="0"/>
              <a:t>Destination: Large Language Models</a:t>
            </a: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0566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16" grpId="0"/>
      <p:bldP spid="20" grpId="0"/>
      <p:bldP spid="21" grpId="0"/>
      <p:bldP spid="22" grpId="0"/>
      <p:bldP spid="25" grpId="0" animBg="1"/>
      <p:bldP spid="26" grpId="0" animBg="1"/>
      <p:bldP spid="27" grpId="0" animBg="1"/>
      <p:bldP spid="28" grpId="0" animBg="1"/>
      <p:bldP spid="30" grpId="0"/>
      <p:bldP spid="32" grpId="0"/>
      <p:bldP spid="54" grpId="0" animBg="1"/>
      <p:bldP spid="55" grpId="0" animBg="1"/>
      <p:bldP spid="57" grpId="0"/>
      <p:bldP spid="59" grpId="0" animBg="1"/>
      <p:bldP spid="60" grpId="0"/>
      <p:bldP spid="61" grpId="0"/>
      <p:bldP spid="64" grpId="0" animBg="1"/>
      <p:bldP spid="68" grpId="0" animBg="1"/>
      <p:bldP spid="72" grpId="0" animBg="1"/>
      <p:bldP spid="73" grpId="0" animBg="1"/>
      <p:bldP spid="75" grpId="0" animBg="1"/>
      <p:bldP spid="7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2">
            <a:extLst>
              <a:ext uri="{FF2B5EF4-FFF2-40B4-BE49-F238E27FC236}">
                <a16:creationId xmlns:a16="http://schemas.microsoft.com/office/drawing/2014/main" id="{C2A7902E-5997-464C-8427-0A6453A58C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182" y="1451645"/>
            <a:ext cx="1177525" cy="608303"/>
          </a:xfrm>
          <a:prstGeom prst="rect">
            <a:avLst/>
          </a:prstGeom>
          <a:solidFill>
            <a:srgbClr val="CC6A93"/>
          </a:solidFill>
          <a:ln w="12700">
            <a:solidFill>
              <a:srgbClr val="C00000"/>
            </a:solidFill>
            <a:miter lim="800000"/>
            <a:headEnd type="none" w="sm" len="sm"/>
            <a:tailEnd type="none" w="sm" len="sm"/>
          </a:ln>
        </p:spPr>
        <p:txBody>
          <a:bodyPr vert="horz" wrap="square" lIns="121900" tIns="60931" rIns="121900" bIns="60931" numCol="1" anchor="ctr" anchorCtr="0" compatLnSpc="1">
            <a:prstTxWarp prst="textNoShape">
              <a:avLst/>
            </a:prstTxWarp>
          </a:bodyPr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GB" alt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Unitization</a:t>
            </a:r>
            <a:endParaRPr lang="en-GB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" name="Rectangle 133">
            <a:extLst>
              <a:ext uri="{FF2B5EF4-FFF2-40B4-BE49-F238E27FC236}">
                <a16:creationId xmlns:a16="http://schemas.microsoft.com/office/drawing/2014/main" id="{FDB26772-A566-4E64-8A53-12EFA3426D47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-311043" y="1485274"/>
            <a:ext cx="1071033" cy="539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00" tIns="60931" rIns="121900" bIns="60931" numCol="1" anchor="ctr" anchorCtr="0" compatLnSpc="1">
            <a:prstTxWarp prst="textNoShape">
              <a:avLst/>
            </a:prstTxWarp>
          </a:bodyPr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67" dirty="0"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STEP 0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 141">
            <a:extLst>
              <a:ext uri="{FF2B5EF4-FFF2-40B4-BE49-F238E27FC236}">
                <a16:creationId xmlns:a16="http://schemas.microsoft.com/office/drawing/2014/main" id="{B7F89138-CB65-4E28-A118-407C8A70F1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183" y="2395677"/>
            <a:ext cx="1151467" cy="614655"/>
          </a:xfrm>
          <a:prstGeom prst="rect">
            <a:avLst/>
          </a:prstGeom>
          <a:solidFill>
            <a:srgbClr val="CC6A93"/>
          </a:solidFill>
          <a:ln w="12700">
            <a:solidFill>
              <a:srgbClr val="C00000"/>
            </a:solidFill>
            <a:miter lim="800000"/>
            <a:headEnd type="none" w="sm" len="sm"/>
            <a:tailEnd type="none" w="sm" len="sm"/>
          </a:ln>
        </p:spPr>
        <p:txBody>
          <a:bodyPr vert="horz" wrap="square" lIns="121900" tIns="60931" rIns="121900" bIns="60931" numCol="1" anchor="ctr" anchorCtr="0" compatLnSpc="1">
            <a:prstTxWarp prst="textNoShape">
              <a:avLst/>
            </a:prstTxWarp>
          </a:bodyPr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GB" alt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Classification</a:t>
            </a:r>
            <a:endParaRPr lang="en-GB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138">
            <a:extLst>
              <a:ext uri="{FF2B5EF4-FFF2-40B4-BE49-F238E27FC236}">
                <a16:creationId xmlns:a16="http://schemas.microsoft.com/office/drawing/2014/main" id="{76DE4205-4BC5-4944-A93D-461372C48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2909" y="2387030"/>
            <a:ext cx="1269729" cy="621184"/>
          </a:xfrm>
          <a:prstGeom prst="rect">
            <a:avLst/>
          </a:prstGeom>
          <a:solidFill>
            <a:srgbClr val="4472C4"/>
          </a:solidFill>
          <a:ln w="12700">
            <a:solidFill>
              <a:srgbClr val="31538F"/>
            </a:solidFill>
            <a:miter lim="800000"/>
            <a:headEnd type="none" w="sm" len="sm"/>
            <a:tailEnd type="none" w="sm" len="sm"/>
          </a:ln>
        </p:spPr>
        <p:txBody>
          <a:bodyPr vert="horz" wrap="square" lIns="121900" tIns="60931" rIns="121900" bIns="60931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467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Gender-related q.s.?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90">
            <a:extLst>
              <a:ext uri="{FF2B5EF4-FFF2-40B4-BE49-F238E27FC236}">
                <a16:creationId xmlns:a16="http://schemas.microsoft.com/office/drawing/2014/main" id="{BF86C901-6526-47B1-9F60-4EFC70CD6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1574" y="3742743"/>
            <a:ext cx="747184" cy="637117"/>
          </a:xfrm>
          <a:prstGeom prst="rect">
            <a:avLst/>
          </a:prstGeom>
          <a:solidFill>
            <a:srgbClr val="CC6A93"/>
          </a:solidFill>
          <a:ln w="12700">
            <a:solidFill>
              <a:srgbClr val="C00000"/>
            </a:solidFill>
            <a:miter lim="800000"/>
            <a:headEnd type="none" w="sm" len="sm"/>
            <a:tailEnd type="none" w="sm" len="sm"/>
          </a:ln>
        </p:spPr>
        <p:txBody>
          <a:bodyPr vert="horz" wrap="square" lIns="121900" tIns="60931" rIns="121900" bIns="60931" numCol="1" anchor="ctr" anchorCtr="0" compatLnSpc="1">
            <a:prstTxWarp prst="textNoShape">
              <a:avLst/>
            </a:prstTxWarp>
          </a:bodyPr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Yes</a:t>
            </a:r>
            <a:endParaRPr lang="en-US" altLang="en-US" sz="2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" name="Rectangle 107">
            <a:extLst>
              <a:ext uri="{FF2B5EF4-FFF2-40B4-BE49-F238E27FC236}">
                <a16:creationId xmlns:a16="http://schemas.microsoft.com/office/drawing/2014/main" id="{672FBA45-128E-48F4-A258-1CA53F444A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5225" y="3046314"/>
            <a:ext cx="753533" cy="656167"/>
          </a:xfrm>
          <a:prstGeom prst="rect">
            <a:avLst/>
          </a:prstGeom>
          <a:solidFill>
            <a:srgbClr val="A5A5A5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vert="horz" wrap="square" lIns="121900" tIns="60931" rIns="121900" bIns="60931" numCol="1" anchor="ctr" anchorCtr="0" compatLnSpc="1">
            <a:prstTxWarp prst="textNoShape">
              <a:avLst/>
            </a:prstTxWarp>
          </a:bodyPr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</a:t>
            </a:r>
            <a:endParaRPr lang="en-US" altLang="en-US" sz="800">
              <a:solidFill>
                <a:schemeClr val="tx1"/>
              </a:solidFill>
            </a:endParaRPr>
          </a:p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333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(next)</a:t>
            </a:r>
            <a:endParaRPr lang="en-US" altLang="en-US" sz="2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108">
            <a:extLst>
              <a:ext uri="{FF2B5EF4-FFF2-40B4-BE49-F238E27FC236}">
                <a16:creationId xmlns:a16="http://schemas.microsoft.com/office/drawing/2014/main" id="{C463CD9F-9033-4957-91DD-80AB220655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3600" y="2360722"/>
            <a:ext cx="1250051" cy="656167"/>
          </a:xfrm>
          <a:prstGeom prst="rect">
            <a:avLst/>
          </a:prstGeom>
          <a:solidFill>
            <a:srgbClr val="4472C4"/>
          </a:solidFill>
          <a:ln w="12700">
            <a:solidFill>
              <a:srgbClr val="31538F"/>
            </a:solidFill>
            <a:miter lim="800000"/>
            <a:headEnd type="none" w="sm" len="sm"/>
            <a:tailEnd type="none" w="sm" len="sm"/>
          </a:ln>
        </p:spPr>
        <p:txBody>
          <a:bodyPr vert="horz" wrap="square" lIns="121900" tIns="60931" rIns="121900" bIns="60931" numCol="1" anchor="ctr" anchorCtr="0" compatLnSpc="1">
            <a:prstTxWarp prst="textNoShape">
              <a:avLst/>
            </a:prstTxWarp>
          </a:bodyPr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467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Domain and category?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 144">
            <a:extLst>
              <a:ext uri="{FF2B5EF4-FFF2-40B4-BE49-F238E27FC236}">
                <a16:creationId xmlns:a16="http://schemas.microsoft.com/office/drawing/2014/main" id="{AAF23718-8214-46FF-9BA4-A4D21A50ED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0083" y="3061574"/>
            <a:ext cx="786705" cy="656167"/>
          </a:xfrm>
          <a:prstGeom prst="rect">
            <a:avLst/>
          </a:prstGeom>
          <a:solidFill>
            <a:srgbClr val="CC6A93"/>
          </a:solidFill>
          <a:ln w="12700">
            <a:solidFill>
              <a:srgbClr val="C00000"/>
            </a:solidFill>
            <a:miter lim="800000"/>
            <a:headEnd type="none" w="sm" len="sm"/>
            <a:tailEnd type="none" w="sm" len="sm"/>
          </a:ln>
        </p:spPr>
        <p:txBody>
          <a:bodyPr vert="horz" wrap="square" lIns="121900" tIns="60931" rIns="121900" bIns="60931" numCol="1" anchor="ctr" anchorCtr="0" compatLnSpc="1">
            <a:prstTxWarp prst="textNoShape">
              <a:avLst/>
            </a:prstTxWarp>
          </a:bodyPr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GB" altLang="en-US" sz="160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D. </a:t>
            </a:r>
            <a:r>
              <a:rPr lang="en-GB" alt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GB" altLang="en-US" sz="800" dirty="0">
              <a:solidFill>
                <a:schemeClr val="tx1"/>
              </a:solidFill>
            </a:endParaRPr>
          </a:p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GB" altLang="en-US" sz="160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C. </a:t>
            </a:r>
            <a:r>
              <a:rPr lang="en-GB" alt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GB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 127">
            <a:extLst>
              <a:ext uri="{FF2B5EF4-FFF2-40B4-BE49-F238E27FC236}">
                <a16:creationId xmlns:a16="http://schemas.microsoft.com/office/drawing/2014/main" id="{7CB1A0E1-267E-487F-9682-59DFF2C201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8988" y="4435056"/>
            <a:ext cx="786705" cy="656167"/>
          </a:xfrm>
          <a:prstGeom prst="rect">
            <a:avLst/>
          </a:prstGeom>
          <a:solidFill>
            <a:srgbClr val="A5A5A5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vert="horz" wrap="square" lIns="121900" tIns="60931" rIns="121900" bIns="60931" numCol="1" anchor="ctr" anchorCtr="0" compatLnSpc="1">
            <a:prstTxWarp prst="textNoShape">
              <a:avLst/>
            </a:prstTxWarp>
          </a:bodyPr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D. </a:t>
            </a:r>
            <a:r>
              <a:rPr lang="en-US" alt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US" altLang="en-US" sz="800" dirty="0">
              <a:solidFill>
                <a:schemeClr val="tx1"/>
              </a:solidFill>
            </a:endParaRPr>
          </a:p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C. </a:t>
            </a:r>
            <a:r>
              <a:rPr lang="en-US" alt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US" altLang="en-US" sz="800" dirty="0">
              <a:solidFill>
                <a:schemeClr val="tx1"/>
              </a:solidFill>
            </a:endParaRPr>
          </a:p>
        </p:txBody>
      </p:sp>
      <p:sp>
        <p:nvSpPr>
          <p:cNvPr id="11" name="Rectangle 120">
            <a:extLst>
              <a:ext uri="{FF2B5EF4-FFF2-40B4-BE49-F238E27FC236}">
                <a16:creationId xmlns:a16="http://schemas.microsoft.com/office/drawing/2014/main" id="{00308768-1ABA-4969-93F3-EFDE4045C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8989" y="3763085"/>
            <a:ext cx="786705" cy="626533"/>
          </a:xfrm>
          <a:prstGeom prst="rect">
            <a:avLst/>
          </a:prstGeom>
          <a:solidFill>
            <a:srgbClr val="A5A5A5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vert="horz" wrap="square" lIns="121900" tIns="60931" rIns="121900" bIns="60931" numCol="1" anchor="ctr" anchorCtr="0" compatLnSpc="1">
            <a:prstTxWarp prst="textNoShape">
              <a:avLst/>
            </a:prstTxWarp>
          </a:bodyPr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D. </a:t>
            </a:r>
            <a:r>
              <a:rPr lang="en-US" alt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US" altLang="en-US" sz="800" dirty="0">
              <a:solidFill>
                <a:schemeClr val="tx1"/>
              </a:solidFill>
            </a:endParaRPr>
          </a:p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C. </a:t>
            </a:r>
            <a:r>
              <a:rPr lang="en-US" alt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US" altLang="en-US" sz="800" dirty="0">
              <a:solidFill>
                <a:schemeClr val="tx1"/>
              </a:solidFill>
            </a:endParaRPr>
          </a:p>
        </p:txBody>
      </p:sp>
      <p:sp>
        <p:nvSpPr>
          <p:cNvPr id="12" name="Rectangle 121">
            <a:extLst>
              <a:ext uri="{FF2B5EF4-FFF2-40B4-BE49-F238E27FC236}">
                <a16:creationId xmlns:a16="http://schemas.microsoft.com/office/drawing/2014/main" id="{9DF1618B-38F7-48F2-BDCB-DA4A28AFEF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8988" y="5063681"/>
            <a:ext cx="786705" cy="408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00" tIns="60931" rIns="121900" bIns="60931" numCol="1" anchor="ctr" anchorCtr="0" compatLnSpc="1">
            <a:prstTxWarp prst="textNoShape">
              <a:avLst/>
            </a:prstTxWarp>
          </a:bodyPr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3200" dirty="0"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…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3" name="Rectangle 126">
            <a:extLst>
              <a:ext uri="{FF2B5EF4-FFF2-40B4-BE49-F238E27FC236}">
                <a16:creationId xmlns:a16="http://schemas.microsoft.com/office/drawing/2014/main" id="{C6D6383B-3521-4C55-848B-DAFC3780A1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566" y="1971035"/>
            <a:ext cx="1212851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00" tIns="60931" rIns="121900" bIns="60931" numCol="1" anchor="ctr" anchorCtr="0" compatLnSpc="1">
            <a:prstTxWarp prst="textNoShape">
              <a:avLst/>
            </a:prstTxWarp>
          </a:bodyPr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STEP</a:t>
            </a:r>
            <a:r>
              <a:rPr lang="en-US" altLang="en-US" sz="1867" dirty="0"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altLang="en-US" sz="1600" dirty="0"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1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4" name="Rectangle 115">
            <a:extLst>
              <a:ext uri="{FF2B5EF4-FFF2-40B4-BE49-F238E27FC236}">
                <a16:creationId xmlns:a16="http://schemas.microsoft.com/office/drawing/2014/main" id="{C712073D-A14A-4F3A-A8D1-DA02F671A9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9499" y="1869655"/>
            <a:ext cx="908949" cy="448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00" tIns="60931" rIns="121900" bIns="60931" numCol="1" anchor="ctr" anchorCtr="0" compatLnSpc="1">
            <a:prstTxWarp prst="textNoShape">
              <a:avLst/>
            </a:prstTxWarp>
          </a:bodyPr>
          <a:lstStyle/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GB" altLang="en-US" sz="1600">
              <a:latin typeface="Poppins" panose="00000500000000000000" pitchFamily="2" charset="0"/>
              <a:ea typeface="Poppins" panose="00000500000000000000" pitchFamily="2" charset="0"/>
              <a:cs typeface="Poppins" panose="00000500000000000000" pitchFamily="2" charset="0"/>
            </a:endParaRPr>
          </a:p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GB" altLang="en-US" sz="1600"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STEP 2</a:t>
            </a:r>
            <a:endParaRPr lang="en-GB" altLang="en-US" sz="2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5" name="Rectangle 113">
            <a:extLst>
              <a:ext uri="{FF2B5EF4-FFF2-40B4-BE49-F238E27FC236}">
                <a16:creationId xmlns:a16="http://schemas.microsoft.com/office/drawing/2014/main" id="{01D02330-BD36-46D2-A40B-60D270B993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9295" y="2309132"/>
            <a:ext cx="1265824" cy="685800"/>
          </a:xfrm>
          <a:prstGeom prst="rect">
            <a:avLst/>
          </a:prstGeom>
          <a:solidFill>
            <a:srgbClr val="4472C4"/>
          </a:solidFill>
          <a:ln w="12700">
            <a:solidFill>
              <a:srgbClr val="31538F"/>
            </a:solidFill>
            <a:miter lim="800000"/>
            <a:headEnd type="none" w="sm" len="sm"/>
            <a:tailEnd type="none" w="sm" len="sm"/>
          </a:ln>
        </p:spPr>
        <p:txBody>
          <a:bodyPr vert="horz" wrap="square" lIns="121900" tIns="60931" rIns="121900" bIns="60931" numCol="1" anchor="ctr" anchorCtr="0" compatLnSpc="1">
            <a:prstTxWarp prst="textNoShape">
              <a:avLst/>
            </a:prstTxWarp>
          </a:bodyPr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467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Stance?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57B84BC-A10D-4407-BCA9-5F76362A9158}"/>
              </a:ext>
            </a:extLst>
          </p:cNvPr>
          <p:cNvCxnSpPr/>
          <p:nvPr/>
        </p:nvCxnSpPr>
        <p:spPr>
          <a:xfrm>
            <a:off x="1017824" y="2055714"/>
            <a:ext cx="0" cy="279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6" name="Rectangle 124">
            <a:extLst>
              <a:ext uri="{FF2B5EF4-FFF2-40B4-BE49-F238E27FC236}">
                <a16:creationId xmlns:a16="http://schemas.microsoft.com/office/drawing/2014/main" id="{E011FEF8-D038-47C6-AD40-CC0F2BEF3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3974" y="1938045"/>
            <a:ext cx="908949" cy="448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00" tIns="60931" rIns="121900" bIns="60931" numCol="1" anchor="ctr" anchorCtr="0" compatLnSpc="1">
            <a:prstTxWarp prst="textNoShape">
              <a:avLst/>
            </a:prstTxWarp>
          </a:bodyPr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STEP 5</a:t>
            </a:r>
            <a:endParaRPr lang="en-US" altLang="en-US" sz="2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Rectangle 134">
            <a:extLst>
              <a:ext uri="{FF2B5EF4-FFF2-40B4-BE49-F238E27FC236}">
                <a16:creationId xmlns:a16="http://schemas.microsoft.com/office/drawing/2014/main" id="{A9DA581B-2F63-4997-B517-EA0592744D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6414" y="2336284"/>
            <a:ext cx="1044996" cy="690033"/>
          </a:xfrm>
          <a:prstGeom prst="rect">
            <a:avLst/>
          </a:prstGeom>
          <a:solidFill>
            <a:srgbClr val="4472C4"/>
          </a:solidFill>
          <a:ln w="12700">
            <a:solidFill>
              <a:srgbClr val="31538F"/>
            </a:solidFill>
            <a:miter lim="800000"/>
            <a:headEnd type="none" w="sm" len="sm"/>
            <a:tailEnd type="none" w="sm" len="sm"/>
          </a:ln>
        </p:spPr>
        <p:txBody>
          <a:bodyPr vert="horz" wrap="square" lIns="121900" tIns="60931" rIns="121900" bIns="60931" numCol="1" anchor="ctr" anchorCtr="0" compatLnSpc="1">
            <a:prstTxWarp prst="textNoShape">
              <a:avLst/>
            </a:prstTxWarp>
          </a:bodyPr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467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Recipient gender &amp; sexuality?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8" name="Rectangle 100">
            <a:extLst>
              <a:ext uri="{FF2B5EF4-FFF2-40B4-BE49-F238E27FC236}">
                <a16:creationId xmlns:a16="http://schemas.microsoft.com/office/drawing/2014/main" id="{A9D1B0F2-4B0B-4F8C-9EE4-FAC21FD559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6297" y="1951919"/>
            <a:ext cx="908949" cy="448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00" tIns="60931" rIns="121900" bIns="60931" numCol="1" anchor="ctr" anchorCtr="0" compatLnSpc="1">
            <a:prstTxWarp prst="textNoShape">
              <a:avLst/>
            </a:prstTxWarp>
          </a:bodyPr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STEP 3</a:t>
            </a:r>
            <a:endParaRPr lang="en-US" altLang="en-US" sz="800" dirty="0">
              <a:solidFill>
                <a:schemeClr val="tx1"/>
              </a:solidFill>
            </a:endParaRPr>
          </a:p>
        </p:txBody>
      </p:sp>
      <p:sp>
        <p:nvSpPr>
          <p:cNvPr id="19" name="Rectangle 135">
            <a:extLst>
              <a:ext uri="{FF2B5EF4-FFF2-40B4-BE49-F238E27FC236}">
                <a16:creationId xmlns:a16="http://schemas.microsoft.com/office/drawing/2014/main" id="{202CE470-F13A-40D6-B991-08AEB55536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6511" y="3029264"/>
            <a:ext cx="954297" cy="656167"/>
          </a:xfrm>
          <a:prstGeom prst="rect">
            <a:avLst/>
          </a:prstGeom>
          <a:solidFill>
            <a:srgbClr val="CC6A93"/>
          </a:solidFill>
          <a:ln w="12700">
            <a:solidFill>
              <a:srgbClr val="C00000"/>
            </a:solidFill>
            <a:miter lim="800000"/>
            <a:headEnd type="none" w="sm" len="sm"/>
            <a:tailEnd type="none" w="sm" len="sm"/>
          </a:ln>
        </p:spPr>
        <p:txBody>
          <a:bodyPr vert="horz" wrap="square" lIns="121900" tIns="60931" rIns="121900" bIns="60931" numCol="1" anchor="ctr" anchorCtr="0" compatLnSpc="1">
            <a:prstTxWarp prst="textNoShape">
              <a:avLst/>
            </a:prstTxWarp>
          </a:bodyPr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	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 109">
            <a:extLst>
              <a:ext uri="{FF2B5EF4-FFF2-40B4-BE49-F238E27FC236}">
                <a16:creationId xmlns:a16="http://schemas.microsoft.com/office/drawing/2014/main" id="{EB962EC7-9997-4427-B33E-3DE3F1B805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0452" y="3716397"/>
            <a:ext cx="950355" cy="656167"/>
          </a:xfrm>
          <a:prstGeom prst="rect">
            <a:avLst/>
          </a:prstGeom>
          <a:solidFill>
            <a:srgbClr val="A5A5A5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vert="horz" wrap="square" lIns="121900" tIns="60931" rIns="121900" bIns="60931" numCol="1" anchor="ctr" anchorCtr="0" compatLnSpc="1">
            <a:prstTxWarp prst="textNoShape">
              <a:avLst/>
            </a:prstTxWarp>
          </a:bodyPr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Neutral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1" name="Rectangle 104">
            <a:extLst>
              <a:ext uri="{FF2B5EF4-FFF2-40B4-BE49-F238E27FC236}">
                <a16:creationId xmlns:a16="http://schemas.microsoft.com/office/drawing/2014/main" id="{89FE3BA3-F57C-48E6-9D13-15174DE33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0452" y="4409870"/>
            <a:ext cx="950355" cy="656167"/>
          </a:xfrm>
          <a:prstGeom prst="rect">
            <a:avLst/>
          </a:prstGeom>
          <a:solidFill>
            <a:srgbClr val="A5A5A5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vert="horz" wrap="square" lIns="121900" tIns="60931" rIns="121900" bIns="60931" numCol="1" anchor="ctr" anchorCtr="0" compatLnSpc="1">
            <a:prstTxWarp prst="textNoShape">
              <a:avLst/>
            </a:prstTxWarp>
          </a:bodyPr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s.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2" name="Rectangle 102">
            <a:extLst>
              <a:ext uri="{FF2B5EF4-FFF2-40B4-BE49-F238E27FC236}">
                <a16:creationId xmlns:a16="http://schemas.microsoft.com/office/drawing/2014/main" id="{F83B6ED0-A29E-4C8A-8168-74D653654D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2172" y="3064089"/>
            <a:ext cx="954297" cy="480356"/>
          </a:xfrm>
          <a:prstGeom prst="rect">
            <a:avLst/>
          </a:prstGeom>
          <a:solidFill>
            <a:srgbClr val="CC6A93"/>
          </a:solidFill>
          <a:ln w="12700">
            <a:solidFill>
              <a:srgbClr val="C00000"/>
            </a:solidFill>
            <a:miter lim="800000"/>
            <a:headEnd type="none" w="sm" len="sm"/>
            <a:tailEnd type="none" w="sm" len="sm"/>
          </a:ln>
        </p:spPr>
        <p:txBody>
          <a:bodyPr vert="horz" wrap="square" lIns="121900" tIns="60931" rIns="121900" bIns="60931" numCol="1" anchor="ctr" anchorCtr="0" compatLnSpc="1">
            <a:prstTxWarp prst="textNoShape">
              <a:avLst/>
            </a:prstTxWarp>
          </a:bodyPr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Woman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3" name="Rectangle 125">
            <a:extLst>
              <a:ext uri="{FF2B5EF4-FFF2-40B4-BE49-F238E27FC236}">
                <a16:creationId xmlns:a16="http://schemas.microsoft.com/office/drawing/2014/main" id="{D57450F4-7BF9-4A9E-92EB-23315A3D2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2170" y="3582217"/>
            <a:ext cx="956740" cy="470581"/>
          </a:xfrm>
          <a:prstGeom prst="rect">
            <a:avLst/>
          </a:prstGeom>
          <a:solidFill>
            <a:srgbClr val="A5A5A5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vert="horz" wrap="square" lIns="121900" tIns="60931" rIns="121900" bIns="60931" numCol="1" anchor="ctr" anchorCtr="0" compatLnSpc="1">
            <a:prstTxWarp prst="textNoShape">
              <a:avLst/>
            </a:prstTxWarp>
          </a:bodyPr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5" name="Rectangle 98">
            <a:extLst>
              <a:ext uri="{FF2B5EF4-FFF2-40B4-BE49-F238E27FC236}">
                <a16:creationId xmlns:a16="http://schemas.microsoft.com/office/drawing/2014/main" id="{D8914F8E-0C33-4002-9341-42F9A0819A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6474" y="4931651"/>
            <a:ext cx="678261" cy="33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00" tIns="60931" rIns="121900" bIns="60931" numCol="1" anchor="ctr" anchorCtr="0" compatLnSpc="1">
            <a:prstTxWarp prst="textNoShape">
              <a:avLst/>
            </a:prstTxWarp>
          </a:bodyPr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3200" dirty="0"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…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6" name="Rectangle 122">
            <a:extLst>
              <a:ext uri="{FF2B5EF4-FFF2-40B4-BE49-F238E27FC236}">
                <a16:creationId xmlns:a16="http://schemas.microsoft.com/office/drawing/2014/main" id="{8E6480F4-1148-4F2D-B333-9CD291C44D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8293" y="3818633"/>
            <a:ext cx="678261" cy="3598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00" tIns="60931" rIns="121900" bIns="60931" numCol="1" anchor="ctr" anchorCtr="0" compatLnSpc="1">
            <a:prstTxWarp prst="textNoShape">
              <a:avLst/>
            </a:prstTxWarp>
          </a:bodyPr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3200" dirty="0"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…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7" name="Rectangle 137">
            <a:extLst>
              <a:ext uri="{FF2B5EF4-FFF2-40B4-BE49-F238E27FC236}">
                <a16:creationId xmlns:a16="http://schemas.microsoft.com/office/drawing/2014/main" id="{0405A06A-F4B7-4676-BDA7-3182877247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2247" y="4208920"/>
            <a:ext cx="954297" cy="447684"/>
          </a:xfrm>
          <a:prstGeom prst="rect">
            <a:avLst/>
          </a:prstGeom>
          <a:solidFill>
            <a:srgbClr val="CC6A93"/>
          </a:solidFill>
          <a:ln w="12700">
            <a:solidFill>
              <a:srgbClr val="C00000"/>
            </a:solidFill>
            <a:miter lim="800000"/>
            <a:headEnd type="none" w="sm" len="sm"/>
            <a:tailEnd type="none" w="sm" len="sm"/>
          </a:ln>
        </p:spPr>
        <p:txBody>
          <a:bodyPr vert="horz" wrap="square" lIns="121900" tIns="60931" rIns="121900" bIns="60931" numCol="1" anchor="ctr" anchorCtr="0" compatLnSpc="1">
            <a:prstTxWarp prst="textNoShape">
              <a:avLst/>
            </a:prstTxWarp>
          </a:bodyPr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Hetero.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8" name="Rectangle 118">
            <a:extLst>
              <a:ext uri="{FF2B5EF4-FFF2-40B4-BE49-F238E27FC236}">
                <a16:creationId xmlns:a16="http://schemas.microsoft.com/office/drawing/2014/main" id="{5B7593F6-9197-4CAD-8089-D3E5777BA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2246" y="4703572"/>
            <a:ext cx="955695" cy="447684"/>
          </a:xfrm>
          <a:prstGeom prst="rect">
            <a:avLst/>
          </a:prstGeom>
          <a:solidFill>
            <a:srgbClr val="A5A5A5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vert="horz" wrap="square" lIns="121900" tIns="60931" rIns="121900" bIns="60931" numCol="1" anchor="ctr" anchorCtr="0" compatLnSpc="1">
            <a:prstTxWarp prst="textNoShape">
              <a:avLst/>
            </a:prstTxWarp>
          </a:bodyPr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Homo.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0" name="Rectangle 140">
            <a:extLst>
              <a:ext uri="{FF2B5EF4-FFF2-40B4-BE49-F238E27FC236}">
                <a16:creationId xmlns:a16="http://schemas.microsoft.com/office/drawing/2014/main" id="{A6722E63-75EA-4E5C-BA5D-FB5468F219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0356" y="4984982"/>
            <a:ext cx="1009505" cy="320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00" tIns="60931" rIns="121900" bIns="60931" numCol="1" anchor="ctr" anchorCtr="0" compatLnSpc="1">
            <a:prstTxWarp prst="textNoShape">
              <a:avLst/>
            </a:prstTxWarp>
          </a:bodyPr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3200" dirty="0"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…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1" name="Rectangle 101">
            <a:extLst>
              <a:ext uri="{FF2B5EF4-FFF2-40B4-BE49-F238E27FC236}">
                <a16:creationId xmlns:a16="http://schemas.microsoft.com/office/drawing/2014/main" id="{4144F36B-99A4-44FA-9189-ABB6BAB419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81471" y="2315633"/>
            <a:ext cx="1151467" cy="717551"/>
          </a:xfrm>
          <a:prstGeom prst="rect">
            <a:avLst/>
          </a:prstGeom>
          <a:solidFill>
            <a:srgbClr val="4472C4"/>
          </a:solidFill>
          <a:ln w="12700">
            <a:solidFill>
              <a:srgbClr val="31538F"/>
            </a:solidFill>
            <a:miter lim="800000"/>
            <a:headEnd type="none" w="sm" len="sm"/>
            <a:tailEnd type="none" w="sm" len="sm"/>
          </a:ln>
        </p:spPr>
        <p:txBody>
          <a:bodyPr vert="horz" wrap="square" lIns="121900" tIns="60931" rIns="121900" bIns="60931" numCol="1" anchor="ctr" anchorCtr="0" compatLnSpc="1">
            <a:prstTxWarp prst="textNoShape">
              <a:avLst/>
            </a:prstTxWarp>
          </a:bodyPr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467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Goal? Issue?</a:t>
            </a:r>
            <a:br>
              <a:rPr lang="en-US" altLang="en-US" sz="1467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1467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Policy?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2" name="Rectangle 129">
            <a:extLst>
              <a:ext uri="{FF2B5EF4-FFF2-40B4-BE49-F238E27FC236}">
                <a16:creationId xmlns:a16="http://schemas.microsoft.com/office/drawing/2014/main" id="{13853A2D-78FD-461C-9818-1F498668DA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76483" y="1903150"/>
            <a:ext cx="908949" cy="448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00" tIns="60931" rIns="121900" bIns="60931" numCol="1" anchor="ctr" anchorCtr="0" compatLnSpc="1">
            <a:prstTxWarp prst="textNoShape">
              <a:avLst/>
            </a:prstTxWarp>
          </a:bodyPr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STEP 6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3" name="Rectangle 142">
            <a:extLst>
              <a:ext uri="{FF2B5EF4-FFF2-40B4-BE49-F238E27FC236}">
                <a16:creationId xmlns:a16="http://schemas.microsoft.com/office/drawing/2014/main" id="{44BF0D9D-7468-43A2-B1BD-309C00CA95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18905" y="3088545"/>
            <a:ext cx="954297" cy="656167"/>
          </a:xfrm>
          <a:prstGeom prst="rect">
            <a:avLst/>
          </a:prstGeom>
          <a:solidFill>
            <a:srgbClr val="A5A5A5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vert="horz" wrap="square" lIns="121900" tIns="60931" rIns="121900" bIns="60931" numCol="1" anchor="ctr" anchorCtr="0" compatLnSpc="1">
            <a:prstTxWarp prst="textNoShape">
              <a:avLst/>
            </a:prstTxWarp>
          </a:bodyPr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Goal</a:t>
            </a:r>
            <a:endParaRPr lang="en-US" altLang="en-US" sz="2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4" name="Rectangle 96">
            <a:extLst>
              <a:ext uri="{FF2B5EF4-FFF2-40B4-BE49-F238E27FC236}">
                <a16:creationId xmlns:a16="http://schemas.microsoft.com/office/drawing/2014/main" id="{4260948A-6B71-44F1-B11A-3228DDFF7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18906" y="3782812"/>
            <a:ext cx="950355" cy="656167"/>
          </a:xfrm>
          <a:prstGeom prst="rect">
            <a:avLst/>
          </a:prstGeom>
          <a:solidFill>
            <a:srgbClr val="A5A5A5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vert="horz" wrap="square" lIns="121900" tIns="60931" rIns="121900" bIns="60931" numCol="1" anchor="ctr" anchorCtr="0" compatLnSpc="1">
            <a:prstTxWarp prst="textNoShape">
              <a:avLst/>
            </a:prstTxWarp>
          </a:bodyPr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Issue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5" name="Rectangle 95">
            <a:extLst>
              <a:ext uri="{FF2B5EF4-FFF2-40B4-BE49-F238E27FC236}">
                <a16:creationId xmlns:a16="http://schemas.microsoft.com/office/drawing/2014/main" id="{BA445D47-1DC1-486F-8781-6B77352F0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18906" y="4477078"/>
            <a:ext cx="950355" cy="656167"/>
          </a:xfrm>
          <a:prstGeom prst="rect">
            <a:avLst/>
          </a:prstGeom>
          <a:solidFill>
            <a:srgbClr val="CC6A93"/>
          </a:solidFill>
          <a:ln w="12700">
            <a:solidFill>
              <a:srgbClr val="C00000"/>
            </a:solidFill>
            <a:miter lim="800000"/>
            <a:headEnd type="none" w="sm" len="sm"/>
            <a:tailEnd type="none" w="sm" len="sm"/>
          </a:ln>
        </p:spPr>
        <p:txBody>
          <a:bodyPr vert="horz" wrap="square" lIns="121900" tIns="60931" rIns="121900" bIns="60931" numCol="1" anchor="ctr" anchorCtr="0" compatLnSpc="1">
            <a:prstTxWarp prst="textNoShape">
              <a:avLst/>
            </a:prstTxWarp>
          </a:bodyPr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467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Policy</a:t>
            </a:r>
            <a:endParaRPr lang="en-US" altLang="en-US" sz="2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6" name="Rectangle 111">
            <a:extLst>
              <a:ext uri="{FF2B5EF4-FFF2-40B4-BE49-F238E27FC236}">
                <a16:creationId xmlns:a16="http://schemas.microsoft.com/office/drawing/2014/main" id="{0E2590FB-6D39-4193-BC8E-B2E93CED3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57272" y="2285054"/>
            <a:ext cx="1152124" cy="717551"/>
          </a:xfrm>
          <a:prstGeom prst="rect">
            <a:avLst/>
          </a:prstGeom>
          <a:solidFill>
            <a:srgbClr val="4472C4"/>
          </a:solidFill>
          <a:ln w="12700">
            <a:solidFill>
              <a:srgbClr val="31538F"/>
            </a:solidFill>
            <a:miter lim="800000"/>
            <a:headEnd type="none" w="sm" len="sm"/>
            <a:tailEnd type="none" w="sm" len="sm"/>
          </a:ln>
        </p:spPr>
        <p:txBody>
          <a:bodyPr vert="horz" wrap="square" lIns="121900" tIns="60931" rIns="121900" bIns="60931" numCol="1" anchor="ctr" anchorCtr="0" compatLnSpc="1">
            <a:prstTxWarp prst="textNoShape">
              <a:avLst/>
            </a:prstTxWarp>
          </a:bodyPr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467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kind of policy?</a:t>
            </a:r>
            <a:endParaRPr lang="en-US" altLang="en-US" sz="2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7" name="Rectangle 106">
            <a:extLst>
              <a:ext uri="{FF2B5EF4-FFF2-40B4-BE49-F238E27FC236}">
                <a16:creationId xmlns:a16="http://schemas.microsoft.com/office/drawing/2014/main" id="{2901DB7B-7CF0-4EF2-802C-69F038EB3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16824" y="1950125"/>
            <a:ext cx="860039" cy="448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00" tIns="60931" rIns="121900" bIns="60931" numCol="1" anchor="ctr" anchorCtr="0" compatLnSpc="1">
            <a:prstTxWarp prst="textNoShape">
              <a:avLst/>
            </a:prstTxWarp>
          </a:bodyPr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STEP 7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8" name="Rectangle 130">
            <a:extLst>
              <a:ext uri="{FF2B5EF4-FFF2-40B4-BE49-F238E27FC236}">
                <a16:creationId xmlns:a16="http://schemas.microsoft.com/office/drawing/2014/main" id="{D13EA889-D1A3-4BB5-9C98-D2D5F2E8B6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19128" y="3074213"/>
            <a:ext cx="1024467" cy="656167"/>
          </a:xfrm>
          <a:prstGeom prst="rect">
            <a:avLst/>
          </a:prstGeom>
          <a:solidFill>
            <a:srgbClr val="CC6A93"/>
          </a:solidFill>
          <a:ln w="12700">
            <a:solidFill>
              <a:srgbClr val="C00000"/>
            </a:solidFill>
            <a:miter lim="800000"/>
            <a:headEnd type="none" w="sm" len="sm"/>
            <a:tailEnd type="none" w="sm" len="sm"/>
          </a:ln>
        </p:spPr>
        <p:txBody>
          <a:bodyPr vert="horz" wrap="square" lIns="121900" tIns="60931" rIns="121900" bIns="60931" numCol="1" anchor="ctr" anchorCtr="0" compatLnSpc="1">
            <a:prstTxWarp prst="textNoShape">
              <a:avLst/>
            </a:prstTxWarp>
          </a:bodyPr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333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Regulation</a:t>
            </a:r>
            <a:endParaRPr lang="en-US" altLang="en-US" sz="2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9" name="Rectangle 92">
            <a:extLst>
              <a:ext uri="{FF2B5EF4-FFF2-40B4-BE49-F238E27FC236}">
                <a16:creationId xmlns:a16="http://schemas.microsoft.com/office/drawing/2014/main" id="{7162F562-26C9-4EB5-A3CA-0ADE3B8ED9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19128" y="3775784"/>
            <a:ext cx="1024467" cy="656167"/>
          </a:xfrm>
          <a:prstGeom prst="rect">
            <a:avLst/>
          </a:prstGeom>
          <a:solidFill>
            <a:srgbClr val="A5A5A5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vert="horz" wrap="square" lIns="121900" tIns="60931" rIns="121900" bIns="60931" numCol="1" anchor="ctr" anchorCtr="0" compatLnSpc="1">
            <a:prstTxWarp prst="textNoShape">
              <a:avLst/>
            </a:prstTxWarp>
          </a:bodyPr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467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Reliefs, resources,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0" name="Rectangle 136">
            <a:extLst>
              <a:ext uri="{FF2B5EF4-FFF2-40B4-BE49-F238E27FC236}">
                <a16:creationId xmlns:a16="http://schemas.microsoft.com/office/drawing/2014/main" id="{E35F4543-50B1-492E-9E8B-85644DEF20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05150" y="4924341"/>
            <a:ext cx="777165" cy="3227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00" tIns="60931" rIns="121900" bIns="60931" numCol="1" anchor="ctr" anchorCtr="0" compatLnSpc="1">
            <a:prstTxWarp prst="textNoShape">
              <a:avLst/>
            </a:prstTxWarp>
          </a:bodyPr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3200" dirty="0"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…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1" name="Rectangle 88">
            <a:extLst>
              <a:ext uri="{FF2B5EF4-FFF2-40B4-BE49-F238E27FC236}">
                <a16:creationId xmlns:a16="http://schemas.microsoft.com/office/drawing/2014/main" id="{5185E06A-0D9C-42DB-899D-6D02DF8746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81747" y="4108286"/>
            <a:ext cx="108373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00" tIns="60931" rIns="121900" bIns="60931" numCol="1" anchor="ctr" anchorCtr="0" compatLnSpc="1">
            <a:prstTxWarp prst="textNoShape">
              <a:avLst/>
            </a:prstTxWarp>
          </a:bodyPr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3200" dirty="0"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…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2" name="Rectangle 93">
            <a:extLst>
              <a:ext uri="{FF2B5EF4-FFF2-40B4-BE49-F238E27FC236}">
                <a16:creationId xmlns:a16="http://schemas.microsoft.com/office/drawing/2014/main" id="{0B5A2B64-C032-4533-9DCD-F9CB41BB1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3904" y="2306844"/>
            <a:ext cx="1151467" cy="698500"/>
          </a:xfrm>
          <a:prstGeom prst="rect">
            <a:avLst/>
          </a:prstGeom>
          <a:solidFill>
            <a:srgbClr val="4472C4"/>
          </a:solidFill>
          <a:ln w="12700">
            <a:solidFill>
              <a:srgbClr val="31538F"/>
            </a:solidFill>
            <a:miter lim="800000"/>
            <a:headEnd type="none" w="sm" len="sm"/>
            <a:tailEnd type="none" w="sm" len="sm"/>
          </a:ln>
        </p:spPr>
        <p:txBody>
          <a:bodyPr vert="horz" wrap="square" lIns="121900" tIns="60931" rIns="121900" bIns="60931" numCol="1" anchor="ctr" anchorCtr="0" compatLnSpc="1">
            <a:prstTxWarp prst="textNoShape">
              <a:avLst/>
            </a:prstTxWarp>
          </a:bodyPr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467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Intersectio-nality?</a:t>
            </a:r>
            <a:endParaRPr lang="en-US" altLang="en-US" sz="2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3" name="Rectangle 94">
            <a:extLst>
              <a:ext uri="{FF2B5EF4-FFF2-40B4-BE49-F238E27FC236}">
                <a16:creationId xmlns:a16="http://schemas.microsoft.com/office/drawing/2014/main" id="{1CCD4885-D003-4BD7-BE22-E2ECF81CE9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1578" y="1903150"/>
            <a:ext cx="908949" cy="448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00" tIns="60931" rIns="121900" bIns="60931" numCol="1" anchor="ctr" anchorCtr="0" compatLnSpc="1">
            <a:prstTxWarp prst="textNoShape">
              <a:avLst/>
            </a:prstTxWarp>
          </a:bodyPr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STEP 4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4" name="Rectangle 116">
            <a:extLst>
              <a:ext uri="{FF2B5EF4-FFF2-40B4-BE49-F238E27FC236}">
                <a16:creationId xmlns:a16="http://schemas.microsoft.com/office/drawing/2014/main" id="{39A7ECCB-32E3-453D-8EE7-310B0A9B70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1396" y="3035613"/>
            <a:ext cx="987336" cy="675217"/>
          </a:xfrm>
          <a:prstGeom prst="rect">
            <a:avLst/>
          </a:prstGeom>
          <a:solidFill>
            <a:srgbClr val="CC6A93"/>
          </a:solidFill>
          <a:ln w="12700">
            <a:solidFill>
              <a:srgbClr val="C00000"/>
            </a:solidFill>
            <a:miter lim="800000"/>
            <a:headEnd type="none" w="sm" len="sm"/>
            <a:tailEnd type="none" w="sm" len="sm"/>
          </a:ln>
        </p:spPr>
        <p:txBody>
          <a:bodyPr vert="horz" wrap="square" lIns="121900" tIns="60931" rIns="121900" bIns="60931" numCol="1" anchor="ctr" anchorCtr="0" compatLnSpc="1">
            <a:prstTxWarp prst="textNoShape">
              <a:avLst/>
            </a:prstTxWarp>
          </a:bodyPr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Religion</a:t>
            </a:r>
            <a:endParaRPr lang="en-US" altLang="en-US" sz="2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5" name="Rectangle 123">
            <a:extLst>
              <a:ext uri="{FF2B5EF4-FFF2-40B4-BE49-F238E27FC236}">
                <a16:creationId xmlns:a16="http://schemas.microsoft.com/office/drawing/2014/main" id="{969A1926-75C5-462B-BD4A-A75E72B2B9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1396" y="3753753"/>
            <a:ext cx="987336" cy="656167"/>
          </a:xfrm>
          <a:prstGeom prst="rect">
            <a:avLst/>
          </a:prstGeom>
          <a:solidFill>
            <a:srgbClr val="A5A5A5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vert="horz" wrap="square" lIns="121900" tIns="60931" rIns="121900" bIns="60931" numCol="1" anchor="ctr" anchorCtr="0" compatLnSpc="1">
            <a:prstTxWarp prst="textNoShape">
              <a:avLst/>
            </a:prstTxWarp>
          </a:bodyPr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Sexuality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6" name="Rectangle 119">
            <a:extLst>
              <a:ext uri="{FF2B5EF4-FFF2-40B4-BE49-F238E27FC236}">
                <a16:creationId xmlns:a16="http://schemas.microsoft.com/office/drawing/2014/main" id="{960A0694-E122-45A3-9F14-2C5AF7192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1396" y="4449229"/>
            <a:ext cx="987336" cy="656167"/>
          </a:xfrm>
          <a:prstGeom prst="rect">
            <a:avLst/>
          </a:prstGeom>
          <a:solidFill>
            <a:srgbClr val="A5A5A5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vert="horz" wrap="square" lIns="121900" tIns="60931" rIns="121900" bIns="60931" numCol="1" anchor="ctr" anchorCtr="0" compatLnSpc="1">
            <a:prstTxWarp prst="textNoShape">
              <a:avLst/>
            </a:prstTxWarp>
          </a:bodyPr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467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7" name="Rectangle 117">
            <a:extLst>
              <a:ext uri="{FF2B5EF4-FFF2-40B4-BE49-F238E27FC236}">
                <a16:creationId xmlns:a16="http://schemas.microsoft.com/office/drawing/2014/main" id="{0B7953FB-D04D-4A1B-ABE6-69E9C47E2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6692" y="4963570"/>
            <a:ext cx="688580" cy="328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00" tIns="60931" rIns="121900" bIns="60931" numCol="1" anchor="ctr" anchorCtr="0" compatLnSpc="1">
            <a:prstTxWarp prst="textNoShape">
              <a:avLst/>
            </a:prstTxWarp>
          </a:bodyPr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3200" dirty="0"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…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4CC94F9A-D99E-4843-9DCE-E43FA20FF808}"/>
              </a:ext>
            </a:extLst>
          </p:cNvPr>
          <p:cNvCxnSpPr/>
          <p:nvPr/>
        </p:nvCxnSpPr>
        <p:spPr>
          <a:xfrm>
            <a:off x="1650707" y="2697622"/>
            <a:ext cx="257387" cy="0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F0296323-0FE4-4615-A61E-38B7CAFD54FC}"/>
              </a:ext>
            </a:extLst>
          </p:cNvPr>
          <p:cNvCxnSpPr/>
          <p:nvPr/>
        </p:nvCxnSpPr>
        <p:spPr>
          <a:xfrm>
            <a:off x="4752338" y="2699355"/>
            <a:ext cx="239757" cy="0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22F3817C-6F2A-4183-9C11-D4E19CBBE676}"/>
              </a:ext>
            </a:extLst>
          </p:cNvPr>
          <p:cNvCxnSpPr/>
          <p:nvPr/>
        </p:nvCxnSpPr>
        <p:spPr>
          <a:xfrm>
            <a:off x="6096003" y="2706303"/>
            <a:ext cx="239757" cy="0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A06ACDA3-C3CB-4C1C-AFFD-794725B3F421}"/>
              </a:ext>
            </a:extLst>
          </p:cNvPr>
          <p:cNvCxnSpPr/>
          <p:nvPr/>
        </p:nvCxnSpPr>
        <p:spPr>
          <a:xfrm>
            <a:off x="7570115" y="2688806"/>
            <a:ext cx="239757" cy="0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FC6817E6-6C40-48DE-8842-A9D893FCC91B}"/>
              </a:ext>
            </a:extLst>
          </p:cNvPr>
          <p:cNvCxnSpPr/>
          <p:nvPr/>
        </p:nvCxnSpPr>
        <p:spPr>
          <a:xfrm>
            <a:off x="9217209" y="2688806"/>
            <a:ext cx="239757" cy="0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FBBC75D7-4EAE-4B85-87AB-32DF3B982329}"/>
              </a:ext>
            </a:extLst>
          </p:cNvPr>
          <p:cNvCxnSpPr/>
          <p:nvPr/>
        </p:nvCxnSpPr>
        <p:spPr>
          <a:xfrm>
            <a:off x="3248417" y="2697622"/>
            <a:ext cx="180607" cy="0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55">
            <a:extLst>
              <a:ext uri="{FF2B5EF4-FFF2-40B4-BE49-F238E27FC236}">
                <a16:creationId xmlns:a16="http://schemas.microsoft.com/office/drawing/2014/main" id="{D4EB2E58-FE53-435C-8972-B10519B1B5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203" y="-661955"/>
            <a:ext cx="1334685" cy="280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920" tIns="1199772" rIns="1199772" bIns="1199772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 sz="1867"/>
          </a:p>
        </p:txBody>
      </p:sp>
      <p:sp>
        <p:nvSpPr>
          <p:cNvPr id="51" name="Rectangle 99">
            <a:extLst>
              <a:ext uri="{FF2B5EF4-FFF2-40B4-BE49-F238E27FC236}">
                <a16:creationId xmlns:a16="http://schemas.microsoft.com/office/drawing/2014/main" id="{D130F6BB-9479-43FF-98DB-83C9511DE5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204" y="512341"/>
            <a:ext cx="246286" cy="1067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920" tIns="60960" rIns="121920" bIns="60960" numCol="1" anchor="ctr" anchorCtr="0" compatLnSpc="1">
            <a:prstTxWarp prst="textNoShape">
              <a:avLst/>
            </a:prstTxWarp>
            <a:spAutoFit/>
          </a:bodyPr>
          <a:lstStyle/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GB" altLang="en-US" sz="1867">
              <a:solidFill>
                <a:srgbClr val="2F5496"/>
              </a:solidFill>
              <a:ea typeface="Poppins" panose="00000500000000000000" pitchFamily="2" charset="0"/>
            </a:endParaRPr>
          </a:p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br>
              <a:rPr lang="en-GB" altLang="en-US" sz="1867">
                <a:solidFill>
                  <a:srgbClr val="2F5496"/>
                </a:solidFill>
                <a:latin typeface="Arial" panose="020B0604020202020204" pitchFamily="34" charset="0"/>
                <a:ea typeface="Poppins" panose="00000500000000000000" pitchFamily="2" charset="0"/>
              </a:rPr>
            </a:br>
            <a:endParaRPr lang="en-GB" altLang="en-US" sz="2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37175E6B-2B69-4D15-B517-B34A7D90EC8C}"/>
              </a:ext>
            </a:extLst>
          </p:cNvPr>
          <p:cNvCxnSpPr/>
          <p:nvPr/>
        </p:nvCxnSpPr>
        <p:spPr>
          <a:xfrm>
            <a:off x="10684937" y="2710079"/>
            <a:ext cx="239757" cy="0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137">
            <a:extLst>
              <a:ext uri="{FF2B5EF4-FFF2-40B4-BE49-F238E27FC236}">
                <a16:creationId xmlns:a16="http://schemas.microsoft.com/office/drawing/2014/main" id="{564B6FA9-691C-422D-AB2E-6DF7753E4B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8340" y="5355408"/>
            <a:ext cx="954297" cy="403148"/>
          </a:xfrm>
          <a:prstGeom prst="rect">
            <a:avLst/>
          </a:prstGeom>
          <a:solidFill>
            <a:srgbClr val="CC6A93"/>
          </a:solidFill>
          <a:ln w="12700">
            <a:solidFill>
              <a:srgbClr val="C00000"/>
            </a:solidFill>
            <a:miter lim="800000"/>
            <a:headEnd type="none" w="sm" len="sm"/>
            <a:tailEnd type="none" w="sm" len="sm"/>
          </a:ln>
        </p:spPr>
        <p:txBody>
          <a:bodyPr vert="horz" wrap="square" lIns="121900" tIns="60931" rIns="121900" bIns="60931" numCol="1" anchor="ctr" anchorCtr="0" compatLnSpc="1">
            <a:prstTxWarp prst="textNoShape">
              <a:avLst/>
            </a:prstTxWarp>
          </a:bodyPr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Cis.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4" name="Rectangle 118">
            <a:extLst>
              <a:ext uri="{FF2B5EF4-FFF2-40B4-BE49-F238E27FC236}">
                <a16:creationId xmlns:a16="http://schemas.microsoft.com/office/drawing/2014/main" id="{6938592D-F54E-48A9-B839-ECD16E253D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0626" y="5814199"/>
            <a:ext cx="950355" cy="382315"/>
          </a:xfrm>
          <a:prstGeom prst="rect">
            <a:avLst/>
          </a:prstGeom>
          <a:solidFill>
            <a:srgbClr val="A5A5A5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vert="horz" wrap="square" lIns="121900" tIns="60931" rIns="121900" bIns="60931" numCol="1" anchor="ctr" anchorCtr="0" compatLnSpc="1">
            <a:prstTxWarp prst="textNoShape">
              <a:avLst/>
            </a:prstTxWarp>
          </a:bodyPr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Trans.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5" name="Rectangle 140">
            <a:extLst>
              <a:ext uri="{FF2B5EF4-FFF2-40B4-BE49-F238E27FC236}">
                <a16:creationId xmlns:a16="http://schemas.microsoft.com/office/drawing/2014/main" id="{03D83EDC-C203-4849-B154-6F175CBC1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7264" y="7164026"/>
            <a:ext cx="1009505" cy="320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00" tIns="60931" rIns="121900" bIns="60931" numCol="1" anchor="ctr" anchorCtr="0" compatLnSpc="1">
            <a:prstTxWarp prst="textNoShape">
              <a:avLst/>
            </a:prstTxWarp>
          </a:bodyPr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3200" dirty="0">
                <a:latin typeface="Poppins" panose="00000500000000000000" pitchFamily="2" charset="0"/>
                <a:ea typeface="Poppins" panose="00000500000000000000" pitchFamily="2" charset="0"/>
                <a:cs typeface="Poppins" panose="00000500000000000000" pitchFamily="2" charset="0"/>
              </a:rPr>
              <a:t>…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11CC0BD-7FDF-4A90-88BB-4E7C9CBD0E76}"/>
              </a:ext>
            </a:extLst>
          </p:cNvPr>
          <p:cNvSpPr/>
          <p:nvPr/>
        </p:nvSpPr>
        <p:spPr>
          <a:xfrm>
            <a:off x="1885386" y="1971036"/>
            <a:ext cx="2871115" cy="3934548"/>
          </a:xfrm>
          <a:prstGeom prst="rect">
            <a:avLst/>
          </a:prstGeom>
          <a:noFill/>
          <a:ln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67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4EF1537-B339-4086-A9CB-3DCF30DD2E79}"/>
              </a:ext>
            </a:extLst>
          </p:cNvPr>
          <p:cNvSpPr/>
          <p:nvPr/>
        </p:nvSpPr>
        <p:spPr>
          <a:xfrm>
            <a:off x="7649635" y="1850233"/>
            <a:ext cx="1761833" cy="3934548"/>
          </a:xfrm>
          <a:prstGeom prst="rect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67"/>
          </a:p>
        </p:txBody>
      </p:sp>
      <p:sp>
        <p:nvSpPr>
          <p:cNvPr id="71" name="Title 11">
            <a:extLst>
              <a:ext uri="{FF2B5EF4-FFF2-40B4-BE49-F238E27FC236}">
                <a16:creationId xmlns:a16="http://schemas.microsoft.com/office/drawing/2014/main" id="{AA4786CC-2657-4AB1-8E15-F9097B8FD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145740"/>
            <a:ext cx="10947400" cy="1325563"/>
          </a:xfrm>
        </p:spPr>
        <p:txBody>
          <a:bodyPr>
            <a:normAutofit/>
          </a:bodyPr>
          <a:lstStyle/>
          <a:p>
            <a:r>
              <a:rPr lang="en-GB" dirty="0"/>
              <a:t>Annotation: aka, a </a:t>
            </a:r>
            <a:r>
              <a:rPr lang="en-GB" dirty="0" err="1"/>
              <a:t>neverending</a:t>
            </a:r>
            <a:r>
              <a:rPr lang="en-GB" dirty="0"/>
              <a:t> nightmare</a:t>
            </a:r>
            <a:br>
              <a:rPr lang="en-GB" dirty="0"/>
            </a:b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6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3E8BB59-498F-491C-BCD8-6C7A07BED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LLMs application: an example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BB479B3-3A73-470D-A56E-B27F8C0319FE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0733" y="1646547"/>
            <a:ext cx="4503738" cy="5065713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sym typeface="Arial"/>
              </a:rPr>
              <a:t>We rely multilingual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sym typeface="Arial"/>
              </a:rPr>
              <a:t>transformer-based deep learning models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sym typeface="Arial"/>
              </a:rPr>
              <a:t>: </a:t>
            </a:r>
          </a:p>
          <a:p>
            <a:pPr marL="342900"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336D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sym typeface="Arial"/>
              </a:rPr>
              <a:t>XLM-</a:t>
            </a:r>
            <a:r>
              <a:rPr kumimoji="0" lang="en-GB" sz="1800" b="0" i="0" u="none" strike="noStrike" kern="0" cap="none" spc="0" normalizeH="0" baseline="0" noProof="0" dirty="0" err="1">
                <a:ln>
                  <a:noFill/>
                </a:ln>
                <a:solidFill>
                  <a:srgbClr val="336D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sym typeface="Arial"/>
              </a:rPr>
              <a:t>RoBERTa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sym typeface="Arial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sym typeface="Arial"/>
              </a:rPr>
              <a:t>[flat, hierarchical]</a:t>
            </a:r>
          </a:p>
          <a:p>
            <a:pPr marL="342900"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800" b="0" i="0" u="none" strike="noStrike" kern="0" cap="none" spc="0" normalizeH="0" baseline="0" noProof="0" dirty="0" err="1">
                <a:ln>
                  <a:noFill/>
                </a:ln>
                <a:solidFill>
                  <a:srgbClr val="336D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sym typeface="Arial"/>
              </a:rPr>
              <a:t>manifestoBERTa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sym typeface="Arial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sym typeface="Arial"/>
              </a:rPr>
              <a:t>[flat, hierarchical]</a:t>
            </a:r>
          </a:p>
          <a:p>
            <a:pPr marL="342900"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sym typeface="Arial"/>
              </a:rPr>
              <a:t> </a:t>
            </a:r>
          </a:p>
          <a:p>
            <a:pPr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sym typeface="Arial"/>
              </a:rPr>
              <a:t>Sentence-level multiclass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sym typeface="Arial"/>
              </a:rPr>
              <a:t>classification tasks</a:t>
            </a:r>
            <a:r>
              <a:rPr lang="en-GB" sz="2000" kern="0" dirty="0">
                <a:solidFill>
                  <a:schemeClr val="accent2"/>
                </a:solidFill>
                <a:sym typeface="Arial"/>
              </a:rPr>
              <a:t> </a:t>
            </a:r>
            <a:r>
              <a:rPr lang="en-GB" sz="2000" kern="0" dirty="0">
                <a:solidFill>
                  <a:srgbClr val="44546A"/>
                </a:solidFill>
                <a:sym typeface="Arial"/>
              </a:rPr>
              <a:t>on 8</a:t>
            </a:r>
            <a:r>
              <a:rPr lang="en-GB" sz="2000" kern="0" dirty="0">
                <a:solidFill>
                  <a:srgbClr val="336D92"/>
                </a:solidFill>
                <a:sym typeface="Arial"/>
              </a:rPr>
              <a:t> </a:t>
            </a:r>
            <a:r>
              <a:rPr lang="en-GB" sz="2000" kern="0" dirty="0">
                <a:solidFill>
                  <a:srgbClr val="44546A"/>
                </a:solidFill>
                <a:sym typeface="Arial"/>
              </a:rPr>
              <a:t>classes:</a:t>
            </a:r>
          </a:p>
          <a:p>
            <a:pPr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sym typeface="Arial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Char char="-"/>
              <a:tabLst/>
              <a:defRPr/>
            </a:pP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sym typeface="Arial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Char char="-"/>
              <a:tabLst/>
              <a:defRPr/>
            </a:pPr>
            <a:endParaRPr lang="en-GB" sz="2000" kern="0" dirty="0">
              <a:solidFill>
                <a:srgbClr val="44546A"/>
              </a:solidFill>
              <a:sym typeface="Arial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Char char="-"/>
              <a:tabLst/>
              <a:defRPr/>
            </a:pP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sym typeface="Arial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Char char="-"/>
              <a:tabLst/>
              <a:defRPr/>
            </a:pPr>
            <a:endParaRPr lang="en-GB" sz="2000" kern="0" dirty="0">
              <a:solidFill>
                <a:srgbClr val="44546A"/>
              </a:solidFill>
              <a:sym typeface="Arial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Char char="-"/>
              <a:tabLst/>
              <a:defRPr/>
            </a:pP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F38DA4-2444-4E61-B666-022BE8FBED78}"/>
              </a:ext>
            </a:extLst>
          </p:cNvPr>
          <p:cNvSpPr txBox="1"/>
          <p:nvPr/>
        </p:nvSpPr>
        <p:spPr>
          <a:xfrm>
            <a:off x="1656333" y="4345297"/>
            <a:ext cx="2466975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lang="en-GB" sz="1800" kern="0" dirty="0">
                <a:solidFill>
                  <a:srgbClr val="44546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1</a:t>
            </a:r>
            <a:r>
              <a:rPr lang="en-GB" sz="1800" kern="0" dirty="0">
                <a:solidFill>
                  <a:srgbClr val="44546A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 – </a:t>
            </a:r>
            <a:r>
              <a:rPr lang="en-GB" sz="1800" kern="0" dirty="0">
                <a:solidFill>
                  <a:srgbClr val="336D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EU</a:t>
            </a:r>
            <a:r>
              <a:rPr lang="en-GB" sz="1800" kern="0" dirty="0">
                <a:solidFill>
                  <a:srgbClr val="44546A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 residual</a:t>
            </a:r>
          </a:p>
          <a:p>
            <a:pPr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2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 – </a:t>
            </a:r>
            <a:r>
              <a:rPr lang="en-GB" sz="1800" kern="0" dirty="0">
                <a:solidFill>
                  <a:srgbClr val="336D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EU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 enlargement</a:t>
            </a:r>
          </a:p>
          <a:p>
            <a:pPr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lang="en-GB" sz="1800" kern="0" dirty="0">
                <a:solidFill>
                  <a:srgbClr val="44546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3</a:t>
            </a:r>
            <a:r>
              <a:rPr lang="en-GB" sz="1800" kern="0" dirty="0">
                <a:solidFill>
                  <a:srgbClr val="44546A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 – </a:t>
            </a:r>
            <a:r>
              <a:rPr lang="en-GB" sz="1800" kern="0" dirty="0">
                <a:solidFill>
                  <a:srgbClr val="336D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EU</a:t>
            </a:r>
            <a:r>
              <a:rPr lang="en-GB" sz="1800" kern="0" dirty="0">
                <a:solidFill>
                  <a:srgbClr val="44546A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 solidarity</a:t>
            </a:r>
          </a:p>
          <a:p>
            <a:pPr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lang="en-GB" sz="1800" kern="0" dirty="0">
                <a:solidFill>
                  <a:srgbClr val="44546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4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 – </a:t>
            </a:r>
            <a:r>
              <a:rPr lang="en-GB" sz="1800" kern="0" dirty="0">
                <a:solidFill>
                  <a:srgbClr val="336D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EU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 </a:t>
            </a:r>
            <a:r>
              <a:rPr lang="en-GB" sz="1800" kern="0" dirty="0">
                <a:solidFill>
                  <a:srgbClr val="44546A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s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ingle market</a:t>
            </a:r>
          </a:p>
          <a:p>
            <a:pPr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lang="en-GB" kern="0" dirty="0">
                <a:solidFill>
                  <a:srgbClr val="44546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5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 – </a:t>
            </a:r>
            <a:r>
              <a:rPr lang="en-GB" sz="1800" kern="0" dirty="0">
                <a:solidFill>
                  <a:srgbClr val="336D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EU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 competences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9EFF439-2D02-4A1A-9CCC-51819D87B629}"/>
              </a:ext>
            </a:extLst>
          </p:cNvPr>
          <p:cNvSpPr txBox="1"/>
          <p:nvPr/>
        </p:nvSpPr>
        <p:spPr>
          <a:xfrm>
            <a:off x="4123308" y="4646128"/>
            <a:ext cx="19081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kumimoji="0" lang="en-GB" b="0" i="0" u="none" strike="noStrike" kern="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0</a:t>
            </a:r>
            <a:r>
              <a:rPr kumimoji="0" lang="en-GB" b="0" i="0" u="none" strike="noStrike" kern="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 – </a:t>
            </a:r>
            <a:r>
              <a:rPr kumimoji="0" lang="en-GB" b="0" i="0" u="none" strike="noStrike" kern="0" cap="none" spc="0" normalizeH="0" baseline="0" noProof="0" dirty="0">
                <a:ln>
                  <a:noFill/>
                </a:ln>
                <a:solidFill>
                  <a:srgbClr val="336D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Residual</a:t>
            </a:r>
            <a:endParaRPr kumimoji="0" lang="en-GB" b="0" i="0" u="none" strike="noStrike" kern="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Arial"/>
            </a:endParaRPr>
          </a:p>
          <a:p>
            <a:pPr indent="0" defTabSz="91440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GB" kern="0" dirty="0">
                <a:solidFill>
                  <a:srgbClr val="44546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6</a:t>
            </a:r>
            <a:r>
              <a:rPr kumimoji="0" lang="en-GB" b="0" i="0" u="none" strike="noStrike" kern="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 – </a:t>
            </a:r>
            <a:r>
              <a:rPr kumimoji="0" lang="en-GB" b="0" i="0" u="none" strike="noStrike" kern="0" cap="none" spc="0" normalizeH="0" baseline="0" noProof="0" dirty="0">
                <a:ln>
                  <a:noFill/>
                </a:ln>
                <a:solidFill>
                  <a:srgbClr val="336D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Immigration</a:t>
            </a:r>
          </a:p>
          <a:p>
            <a:pPr indent="0" defTabSz="91440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GB" kern="0" dirty="0">
                <a:solidFill>
                  <a:srgbClr val="44546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7</a:t>
            </a:r>
            <a:r>
              <a:rPr kumimoji="0" lang="en-GB" b="0" i="0" u="none" strike="noStrike" kern="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 – </a:t>
            </a:r>
            <a:r>
              <a:rPr kumimoji="0" lang="en-GB" b="0" i="0" u="none" strike="noStrike" kern="0" cap="none" spc="0" normalizeH="0" baseline="0" noProof="0" dirty="0">
                <a:ln>
                  <a:noFill/>
                </a:ln>
                <a:solidFill>
                  <a:srgbClr val="336D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Environment</a:t>
            </a:r>
          </a:p>
          <a:p>
            <a:endParaRPr lang="en-GB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A3B8CDF-5540-4B3B-9013-529111C5C644}"/>
              </a:ext>
            </a:extLst>
          </p:cNvPr>
          <p:cNvSpPr txBox="1"/>
          <p:nvPr/>
        </p:nvSpPr>
        <p:spPr>
          <a:xfrm>
            <a:off x="7827101" y="1646547"/>
            <a:ext cx="433416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Char char="-"/>
              <a:tabLst/>
              <a:defRPr/>
            </a:pPr>
            <a:r>
              <a:rPr lang="en-GB" kern="0" dirty="0">
                <a:solidFill>
                  <a:srgbClr val="336D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Arial"/>
              </a:rPr>
              <a:t>Manifestos:</a:t>
            </a:r>
            <a:r>
              <a:rPr lang="en-GB" kern="0" dirty="0">
                <a:solidFill>
                  <a:srgbClr val="336D92"/>
                </a:solidFill>
                <a:sym typeface="Arial"/>
              </a:rPr>
              <a:t> </a:t>
            </a:r>
            <a:r>
              <a:rPr lang="en-GB" kern="0" dirty="0">
                <a:solidFill>
                  <a:srgbClr val="44546A"/>
                </a:solidFill>
                <a:sym typeface="Arial"/>
              </a:rPr>
              <a:t>210 documents, ~100k sentences, 25 languages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Char char="-"/>
              <a:tabLst/>
              <a:defRPr/>
            </a:pPr>
            <a:r>
              <a:rPr lang="en-GB" kern="0" dirty="0">
                <a:solidFill>
                  <a:srgbClr val="336D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Arial"/>
              </a:rPr>
              <a:t>Datasets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44546A"/>
                </a:solidFill>
                <a:uLnTx/>
                <a:uFillTx/>
                <a:sym typeface="Arial"/>
              </a:rPr>
              <a:t>: 2</a:t>
            </a:r>
            <a:r>
              <a:rPr lang="en-GB" kern="0" dirty="0">
                <a:solidFill>
                  <a:srgbClr val="44546A"/>
                </a:solidFill>
                <a:sym typeface="Arial"/>
              </a:rPr>
              <a:t>9, 2 versions each</a:t>
            </a: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336D92"/>
              </a:solidFill>
              <a:uLnTx/>
              <a:uFillTx/>
              <a:sym typeface="Arial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Char char="-"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336D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sym typeface="Arial"/>
              </a:rPr>
              <a:t>Data samples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sym typeface="Arial"/>
              </a:rPr>
              <a:t>: 4 different seeds, </a:t>
            </a:r>
            <a:r>
              <a:rPr lang="en-GB" kern="0" dirty="0">
                <a:solidFill>
                  <a:srgbClr val="44546A"/>
                </a:solidFill>
                <a:sym typeface="Arial"/>
              </a:rPr>
              <a:t>380 sentences (80% training, 20% validation)</a:t>
            </a: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sym typeface="Arial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Char char="-"/>
              <a:tabLst/>
              <a:defRPr/>
            </a:pPr>
            <a:r>
              <a:rPr lang="en-GB" kern="0" dirty="0">
                <a:solidFill>
                  <a:srgbClr val="336D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Arial"/>
              </a:rPr>
              <a:t>Epochs: </a:t>
            </a:r>
            <a:r>
              <a:rPr lang="en-GB" kern="0" dirty="0">
                <a:solidFill>
                  <a:srgbClr val="44546A"/>
                </a:solidFill>
                <a:sym typeface="Arial"/>
              </a:rPr>
              <a:t>3</a:t>
            </a: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sym typeface="Arial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Char char="-"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336D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sym typeface="Arial"/>
              </a:rPr>
              <a:t>Batch size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sym typeface="Arial"/>
              </a:rPr>
              <a:t>: 64, 128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Char char="-"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336D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sym typeface="Arial"/>
              </a:rPr>
              <a:t>Hidden state size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sym typeface="Arial"/>
              </a:rPr>
              <a:t>: 64, 128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716071-A70C-4E2F-8C80-11242212C7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4081" y="2104530"/>
            <a:ext cx="923330" cy="92333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A33BDC9-51B4-40F1-8D79-72A240B47873}"/>
              </a:ext>
            </a:extLst>
          </p:cNvPr>
          <p:cNvCxnSpPr>
            <a:cxnSpLocks/>
          </p:cNvCxnSpPr>
          <p:nvPr/>
        </p:nvCxnSpPr>
        <p:spPr>
          <a:xfrm>
            <a:off x="7274796" y="3460315"/>
            <a:ext cx="0" cy="905669"/>
          </a:xfrm>
          <a:prstGeom prst="straightConnector1">
            <a:avLst/>
          </a:prstGeom>
          <a:ln w="76200">
            <a:solidFill>
              <a:srgbClr val="44546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94549AF-D4A5-46B6-92D9-C6D11A979EC7}"/>
              </a:ext>
            </a:extLst>
          </p:cNvPr>
          <p:cNvSpPr txBox="1"/>
          <p:nvPr/>
        </p:nvSpPr>
        <p:spPr>
          <a:xfrm>
            <a:off x="6684392" y="3027860"/>
            <a:ext cx="1142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3712 runs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D751078-AF40-4B40-A90A-DE8311B065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4392" y="4629368"/>
            <a:ext cx="507980" cy="507980"/>
          </a:xfrm>
          <a:prstGeom prst="rect">
            <a:avLst/>
          </a:prstGeom>
          <a:effectLst>
            <a:glow rad="139700">
              <a:schemeClr val="accent1">
                <a:alpha val="40000"/>
              </a:schemeClr>
            </a:glow>
          </a:effectLst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D5AA732-72EC-47FC-943F-F256976712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6465" y="4624211"/>
            <a:ext cx="507980" cy="507980"/>
          </a:xfrm>
          <a:prstGeom prst="rect">
            <a:avLst/>
          </a:prstGeom>
          <a:effectLst>
            <a:glow rad="139700">
              <a:schemeClr val="accent2">
                <a:alpha val="40000"/>
              </a:schemeClr>
            </a:glow>
          </a:effectLst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F0EBC87-BCBF-4799-9D00-D98B663C43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4392" y="5298986"/>
            <a:ext cx="507980" cy="507980"/>
          </a:xfrm>
          <a:prstGeom prst="rect">
            <a:avLst/>
          </a:prstGeom>
          <a:effectLst>
            <a:glow rad="139700">
              <a:schemeClr val="accent6">
                <a:alpha val="40000"/>
              </a:schemeClr>
            </a:glow>
          </a:effectLst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0CEC97C-7CA2-45BB-ABED-A6C13A2B63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6465" y="5298986"/>
            <a:ext cx="507980" cy="507980"/>
          </a:xfrm>
          <a:prstGeom prst="rect">
            <a:avLst/>
          </a:prstGeom>
          <a:effectLst>
            <a:glow rad="139700">
              <a:srgbClr val="7030A0">
                <a:alpha val="40000"/>
              </a:srgbClr>
            </a:glow>
          </a:effec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4DC3FF02-7694-4379-AB70-9ED6156B233D}"/>
              </a:ext>
            </a:extLst>
          </p:cNvPr>
          <p:cNvSpPr txBox="1"/>
          <p:nvPr/>
        </p:nvSpPr>
        <p:spPr>
          <a:xfrm>
            <a:off x="7887407" y="4772962"/>
            <a:ext cx="40262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Char char="-"/>
              <a:tabLst/>
              <a:defRPr/>
            </a:pPr>
            <a:r>
              <a:rPr lang="en-GB" kern="0" dirty="0">
                <a:solidFill>
                  <a:srgbClr val="336D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Arial"/>
              </a:rPr>
              <a:t>Best 4 models on F1: </a:t>
            </a:r>
            <a:r>
              <a:rPr lang="en-GB" kern="0" dirty="0">
                <a:solidFill>
                  <a:srgbClr val="44546A"/>
                </a:solidFill>
                <a:sym typeface="Arial"/>
              </a:rPr>
              <a:t>Two models * version (flat/hierarchical)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Char char="-"/>
              <a:tabLst/>
              <a:defRPr/>
            </a:pPr>
            <a:r>
              <a:rPr lang="en-GB" kern="0" dirty="0">
                <a:solidFill>
                  <a:srgbClr val="336D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Arial"/>
              </a:rPr>
              <a:t>Epochs: </a:t>
            </a:r>
            <a:r>
              <a:rPr lang="en-GB" kern="0" dirty="0">
                <a:solidFill>
                  <a:srgbClr val="44546A"/>
                </a:solidFill>
                <a:sym typeface="Arial"/>
              </a:rPr>
              <a:t>until performance increases</a:t>
            </a: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03595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3" grpId="0"/>
      <p:bldP spid="27" grpId="0"/>
      <p:bldP spid="9" grpId="0"/>
      <p:bldP spid="3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7" name="Foliennummernplatzhalter 2"/>
          <p:cNvSpPr>
            <a:spLocks noGrp="1"/>
          </p:cNvSpPr>
          <p:nvPr>
            <p:ph type="sldNum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D7A0F75-BD69-4C71-9A54-B8902D274FE0}" type="slidenum">
              <a:rPr lang="de-DE" altLang="de-DE" smtClean="0">
                <a:solidFill>
                  <a:schemeClr val="bg1"/>
                </a:solidFill>
                <a:latin typeface="Segoe UI" panose="020B0502040204020203" pitchFamily="34" charset="0"/>
              </a:rPr>
              <a:pPr/>
              <a:t>19</a:t>
            </a:fld>
            <a:endParaRPr lang="de-DE" altLang="de-DE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18438" name="Datumsplatzhalter 3"/>
          <p:cNvSpPr>
            <a:spLocks noGrp="1"/>
          </p:cNvSpPr>
          <p:nvPr>
            <p:ph type="dt" sz="quarter" idx="4294967295"/>
          </p:nvPr>
        </p:nvSpPr>
        <p:spPr bwMode="auto">
          <a:xfrm>
            <a:off x="0" y="6424613"/>
            <a:ext cx="1227138" cy="3571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A300B8D-3FF4-42FF-96B5-894310DB34C2}" type="datetime1">
              <a:rPr lang="de-DE" altLang="de-DE" smtClean="0">
                <a:solidFill>
                  <a:schemeClr val="bg1"/>
                </a:solidFill>
                <a:latin typeface="Segoe UI" panose="020B0502040204020203" pitchFamily="34" charset="0"/>
                <a:ea typeface="Verdana" panose="020B060403050404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15.09.2025</a:t>
            </a:fld>
            <a:endParaRPr lang="de-DE" altLang="de-DE">
              <a:solidFill>
                <a:schemeClr val="bg1"/>
              </a:solidFill>
              <a:latin typeface="Segoe UI" panose="020B0502040204020203" pitchFamily="34" charset="0"/>
              <a:ea typeface="Verdan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F38DA4-2444-4E61-B666-022BE8FBED78}"/>
              </a:ext>
            </a:extLst>
          </p:cNvPr>
          <p:cNvSpPr txBox="1"/>
          <p:nvPr/>
        </p:nvSpPr>
        <p:spPr>
          <a:xfrm>
            <a:off x="3028120" y="3901920"/>
            <a:ext cx="3230219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lang="en-GB" sz="2000" kern="0" dirty="0">
                <a:solidFill>
                  <a:srgbClr val="44546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Test data</a:t>
            </a:r>
            <a:endParaRPr lang="en-GB" sz="2000" kern="0" dirty="0">
              <a:solidFill>
                <a:srgbClr val="44546A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Char char="-"/>
              <a:tabLst/>
              <a:defRPr/>
            </a:pPr>
            <a:r>
              <a:rPr kumimoji="0" lang="en-GB" b="0" i="0" u="none" strike="noStrike" kern="0" cap="none" spc="0" normalizeH="0" baseline="0" noProof="0" dirty="0">
                <a:ln>
                  <a:noFill/>
                </a:ln>
                <a:solidFill>
                  <a:srgbClr val="336D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Manual</a:t>
            </a:r>
            <a:r>
              <a:rPr lang="en-GB" kern="0" dirty="0">
                <a:solidFill>
                  <a:srgbClr val="336D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 annotation</a:t>
            </a:r>
            <a:endParaRPr kumimoji="0" lang="en-GB" b="0" i="0" u="none" strike="noStrike" kern="0" cap="none" spc="0" normalizeH="0" baseline="0" noProof="0" dirty="0">
              <a:ln>
                <a:noFill/>
              </a:ln>
              <a:solidFill>
                <a:srgbClr val="336D9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Arial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Char char="-"/>
              <a:tabLst/>
              <a:defRPr/>
            </a:pPr>
            <a:r>
              <a:rPr kumimoji="0" lang="en-GB" b="0" i="0" u="none" strike="noStrike" kern="0" cap="none" spc="0" normalizeH="0" baseline="0" noProof="0" dirty="0">
                <a:ln>
                  <a:noFill/>
                </a:ln>
                <a:solidFill>
                  <a:srgbClr val="336D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Coders</a:t>
            </a:r>
            <a:r>
              <a:rPr kumimoji="0" lang="en-GB" b="0" i="0" u="none" strike="noStrike" kern="0" cap="none" spc="0" normalizeH="0" baseline="0" noProof="0" dirty="0">
                <a:ln>
                  <a:noFill/>
                </a:ln>
                <a:solidFill>
                  <a:srgbClr val="44546A"/>
                </a:solidFill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: 4 RAs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Char char="-"/>
              <a:tabLst/>
              <a:defRPr/>
            </a:pPr>
            <a:r>
              <a:rPr lang="en-GB" kern="0" dirty="0">
                <a:solidFill>
                  <a:srgbClr val="336D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Manifestos</a:t>
            </a:r>
            <a:r>
              <a:rPr lang="en-GB" kern="0" dirty="0">
                <a:solidFill>
                  <a:srgbClr val="44546A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: Germany, 2024</a:t>
            </a:r>
            <a:endParaRPr kumimoji="0" lang="en-GB" b="0" i="0" u="none" strike="noStrike" kern="0" cap="none" spc="0" normalizeH="0" baseline="0" noProof="0" dirty="0">
              <a:ln>
                <a:noFill/>
              </a:ln>
              <a:solidFill>
                <a:srgbClr val="44546A"/>
              </a:solidFill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Arial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Char char="-"/>
              <a:tabLst/>
              <a:defRPr/>
            </a:pPr>
            <a:r>
              <a:rPr lang="en-GB" kern="0" dirty="0">
                <a:solidFill>
                  <a:srgbClr val="336D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Sentences</a:t>
            </a:r>
            <a:r>
              <a:rPr lang="en-GB" kern="0" dirty="0">
                <a:solidFill>
                  <a:srgbClr val="44546A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: 2000 </a:t>
            </a:r>
            <a:br>
              <a:rPr lang="en-GB" kern="0" dirty="0">
                <a:solidFill>
                  <a:srgbClr val="44546A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</a:br>
            <a:r>
              <a:rPr lang="en-GB" kern="0" dirty="0">
                <a:solidFill>
                  <a:srgbClr val="44546A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(500 x coder)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Char char="-"/>
              <a:tabLst/>
              <a:defRPr/>
            </a:pPr>
            <a:r>
              <a:rPr kumimoji="0" lang="en-GB" b="0" i="0" u="none" strike="noStrike" kern="0" cap="none" spc="0" normalizeH="0" baseline="0" noProof="0" dirty="0">
                <a:ln>
                  <a:noFill/>
                </a:ln>
                <a:solidFill>
                  <a:srgbClr val="336D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Classes</a:t>
            </a:r>
            <a:r>
              <a:rPr kumimoji="0" lang="en-GB" b="0" i="0" u="none" strike="noStrike" kern="0" cap="none" spc="0" normalizeH="0" baseline="0" noProof="0" dirty="0">
                <a:ln>
                  <a:noFill/>
                </a:ln>
                <a:solidFill>
                  <a:srgbClr val="44546A"/>
                </a:solidFill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: 4 (EU, Immigration, </a:t>
            </a:r>
            <a:r>
              <a:rPr kumimoji="0" lang="en-GB" b="0" i="0" u="none" strike="noStrike" kern="0" cap="none" spc="0" normalizeH="0" baseline="0" noProof="0" dirty="0" err="1">
                <a:ln>
                  <a:noFill/>
                </a:ln>
                <a:solidFill>
                  <a:srgbClr val="44546A"/>
                </a:solidFill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Environmnent</a:t>
            </a:r>
            <a:r>
              <a:rPr kumimoji="0" lang="en-GB" b="0" i="0" u="none" strike="noStrike" kern="0" cap="none" spc="0" normalizeH="0" baseline="0" noProof="0" dirty="0">
                <a:ln>
                  <a:noFill/>
                </a:ln>
                <a:solidFill>
                  <a:srgbClr val="44546A"/>
                </a:solidFill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, Other)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8131844E-28C4-4DE7-A219-1B75E922C3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459" y="1810791"/>
            <a:ext cx="507980" cy="507980"/>
          </a:xfrm>
          <a:prstGeom prst="rect">
            <a:avLst/>
          </a:prstGeom>
          <a:effectLst>
            <a:glow rad="139700">
              <a:schemeClr val="accent1">
                <a:alpha val="40000"/>
              </a:schemeClr>
            </a:glow>
          </a:effectLst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1E822CCE-FAAF-481F-923F-548BA7C6F8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7532" y="1805634"/>
            <a:ext cx="507980" cy="507980"/>
          </a:xfrm>
          <a:prstGeom prst="rect">
            <a:avLst/>
          </a:prstGeom>
          <a:effectLst>
            <a:glow rad="139700">
              <a:schemeClr val="accent2">
                <a:alpha val="40000"/>
              </a:schemeClr>
            </a:glow>
          </a:effectLst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8C75F066-3A04-4560-9058-B702FDA938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459" y="2480409"/>
            <a:ext cx="507980" cy="507980"/>
          </a:xfrm>
          <a:prstGeom prst="rect">
            <a:avLst/>
          </a:prstGeom>
          <a:effectLst>
            <a:glow rad="139700">
              <a:schemeClr val="accent6">
                <a:alpha val="40000"/>
              </a:schemeClr>
            </a:glow>
          </a:effectLst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F1EE5B17-D8A1-4254-B83A-6354D95150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7532" y="2480409"/>
            <a:ext cx="507980" cy="507980"/>
          </a:xfrm>
          <a:prstGeom prst="rect">
            <a:avLst/>
          </a:prstGeom>
          <a:effectLst>
            <a:glow rad="139700">
              <a:srgbClr val="7030A0">
                <a:alpha val="40000"/>
              </a:srgbClr>
            </a:glow>
          </a:effectLst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55CD95E8-E2CB-43C8-99C4-5349B30667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291" y="1719384"/>
            <a:ext cx="507980" cy="507980"/>
          </a:xfrm>
          <a:prstGeom prst="rect">
            <a:avLst/>
          </a:prstGeom>
          <a:effectLst/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45EE27F4-6830-43E4-A19A-6E7EB358FF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2364" y="1714227"/>
            <a:ext cx="507980" cy="507980"/>
          </a:xfrm>
          <a:prstGeom prst="rect">
            <a:avLst/>
          </a:prstGeom>
          <a:effectLst/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28210E7D-FA74-4F9A-BEE6-004C3D98D3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291" y="2389002"/>
            <a:ext cx="507980" cy="507980"/>
          </a:xfrm>
          <a:prstGeom prst="rect">
            <a:avLst/>
          </a:prstGeom>
          <a:effectLst/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9EF6F811-0E0C-48AD-A805-EC9F38EAB3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2364" y="2389002"/>
            <a:ext cx="507980" cy="507980"/>
          </a:xfrm>
          <a:prstGeom prst="rect">
            <a:avLst/>
          </a:prstGeom>
          <a:effectLst>
            <a:glow rad="139700">
              <a:srgbClr val="7030A0">
                <a:alpha val="40000"/>
              </a:srgbClr>
            </a:glow>
          </a:effectLst>
        </p:spPr>
      </p:pic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2098B1D9-ED6B-42A5-B49F-8AF4C4B63EDA}"/>
              </a:ext>
            </a:extLst>
          </p:cNvPr>
          <p:cNvCxnSpPr>
            <a:cxnSpLocks/>
          </p:cNvCxnSpPr>
          <p:nvPr/>
        </p:nvCxnSpPr>
        <p:spPr>
          <a:xfrm flipV="1">
            <a:off x="4643229" y="2313613"/>
            <a:ext cx="2237756" cy="1733551"/>
          </a:xfrm>
          <a:prstGeom prst="bentConnector3">
            <a:avLst>
              <a:gd name="adj1" fmla="val 50000"/>
            </a:avLst>
          </a:prstGeom>
          <a:ln w="76200">
            <a:solidFill>
              <a:srgbClr val="44546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3A9B83B-E7E5-430C-A675-97E341335828}"/>
              </a:ext>
            </a:extLst>
          </p:cNvPr>
          <p:cNvCxnSpPr>
            <a:cxnSpLocks/>
          </p:cNvCxnSpPr>
          <p:nvPr/>
        </p:nvCxnSpPr>
        <p:spPr>
          <a:xfrm>
            <a:off x="2441881" y="3287724"/>
            <a:ext cx="0" cy="1159836"/>
          </a:xfrm>
          <a:prstGeom prst="straightConnector1">
            <a:avLst/>
          </a:prstGeom>
          <a:ln w="76200">
            <a:solidFill>
              <a:srgbClr val="44546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250843D8-996F-4964-8333-66B393AEC118}"/>
              </a:ext>
            </a:extLst>
          </p:cNvPr>
          <p:cNvSpPr txBox="1"/>
          <p:nvPr/>
        </p:nvSpPr>
        <p:spPr>
          <a:xfrm>
            <a:off x="8354437" y="1805782"/>
            <a:ext cx="25325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lang="en-GB" sz="2000" kern="0" dirty="0">
                <a:solidFill>
                  <a:srgbClr val="44546A"/>
                </a:solidFill>
                <a:sym typeface="Arial"/>
              </a:rPr>
              <a:t>We select the </a:t>
            </a:r>
            <a:r>
              <a:rPr lang="en-GB" sz="2000" kern="0" dirty="0">
                <a:solidFill>
                  <a:srgbClr val="44546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Arial"/>
              </a:rPr>
              <a:t>best performing model </a:t>
            </a:r>
            <a:r>
              <a:rPr lang="en-GB" sz="2000" kern="0" dirty="0">
                <a:solidFill>
                  <a:srgbClr val="44546A"/>
                </a:solidFill>
                <a:sym typeface="Arial"/>
              </a:rPr>
              <a:t>on test macro </a:t>
            </a:r>
            <a:r>
              <a:rPr lang="en-GB" sz="2000" kern="0" dirty="0">
                <a:solidFill>
                  <a:srgbClr val="336D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Arial"/>
              </a:rPr>
              <a:t>f1 score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105766F9-8316-42EE-A29F-043CD8B309EB}"/>
              </a:ext>
            </a:extLst>
          </p:cNvPr>
          <p:cNvCxnSpPr>
            <a:cxnSpLocks/>
          </p:cNvCxnSpPr>
          <p:nvPr/>
        </p:nvCxnSpPr>
        <p:spPr>
          <a:xfrm>
            <a:off x="7592282" y="3094268"/>
            <a:ext cx="0" cy="1267565"/>
          </a:xfrm>
          <a:prstGeom prst="straightConnector1">
            <a:avLst/>
          </a:prstGeom>
          <a:ln w="76200">
            <a:solidFill>
              <a:srgbClr val="44546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6539BC83-00CF-4308-AC91-0649E7A17517}"/>
              </a:ext>
            </a:extLst>
          </p:cNvPr>
          <p:cNvSpPr txBox="1"/>
          <p:nvPr/>
        </p:nvSpPr>
        <p:spPr>
          <a:xfrm>
            <a:off x="8339988" y="4175127"/>
            <a:ext cx="348369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lang="en-GB" sz="2000" kern="0" dirty="0">
                <a:solidFill>
                  <a:srgbClr val="44546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EM2024 data</a:t>
            </a:r>
            <a:endParaRPr lang="en-GB" sz="2000" kern="0" dirty="0">
              <a:solidFill>
                <a:srgbClr val="44546A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Char char="-"/>
              <a:tabLst/>
              <a:defRPr/>
            </a:pPr>
            <a:r>
              <a:rPr kumimoji="0" lang="en-GB" b="0" i="0" u="none" strike="noStrike" kern="0" cap="none" spc="0" normalizeH="0" baseline="0" noProof="0" dirty="0">
                <a:ln>
                  <a:noFill/>
                </a:ln>
                <a:solidFill>
                  <a:srgbClr val="336D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Manifestos</a:t>
            </a:r>
            <a:r>
              <a:rPr lang="en-GB" kern="0" dirty="0">
                <a:solidFill>
                  <a:srgbClr val="44546A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: 73</a:t>
            </a:r>
            <a:endParaRPr kumimoji="0" lang="en-GB" b="0" i="0" u="none" strike="noStrike" kern="0" cap="none" spc="0" normalizeH="0" baseline="0" noProof="0" dirty="0">
              <a:ln>
                <a:noFill/>
              </a:ln>
              <a:solidFill>
                <a:srgbClr val="44546A"/>
              </a:solidFill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Arial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Char char="-"/>
              <a:tabLst/>
              <a:defRPr/>
            </a:pPr>
            <a:r>
              <a:rPr kumimoji="0" lang="en-GB" b="0" i="0" u="none" strike="noStrike" kern="0" cap="none" spc="0" normalizeH="0" baseline="0" noProof="0" dirty="0">
                <a:ln>
                  <a:noFill/>
                </a:ln>
                <a:solidFill>
                  <a:srgbClr val="336D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Countries</a:t>
            </a:r>
            <a:r>
              <a:rPr kumimoji="0" lang="en-GB" b="0" i="0" u="none" strike="noStrike" kern="0" cap="none" spc="0" normalizeH="0" baseline="0" noProof="0" dirty="0">
                <a:ln>
                  <a:noFill/>
                </a:ln>
                <a:solidFill>
                  <a:srgbClr val="44546A"/>
                </a:solidFill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: 9 (Austria, Czech Republic, Denmark, Finland, France, Germany, Greece, Italy, Spain)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Char char="-"/>
              <a:tabLst/>
              <a:defRPr/>
            </a:pPr>
            <a:endParaRPr kumimoji="0" lang="en-GB" b="0" i="0" u="none" strike="noStrike" kern="0" cap="none" spc="0" normalizeH="0" baseline="0" noProof="0" dirty="0">
              <a:ln>
                <a:noFill/>
              </a:ln>
              <a:solidFill>
                <a:srgbClr val="44546A"/>
              </a:solidFill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Arial"/>
            </a:endParaRP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0D146024-B47C-4FD4-8621-AF204D9C0A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1140" y="4658919"/>
            <a:ext cx="981481" cy="981481"/>
          </a:xfrm>
          <a:prstGeom prst="rect">
            <a:avLst/>
          </a:prstGeom>
        </p:spPr>
      </p:pic>
      <p:pic>
        <p:nvPicPr>
          <p:cNvPr id="18442" name="Picture 18441">
            <a:extLst>
              <a:ext uri="{FF2B5EF4-FFF2-40B4-BE49-F238E27FC236}">
                <a16:creationId xmlns:a16="http://schemas.microsoft.com/office/drawing/2014/main" id="{99300926-7FED-4410-A2F8-23C88B3A5F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5892" y="4594720"/>
            <a:ext cx="1045680" cy="1045680"/>
          </a:xfrm>
          <a:prstGeom prst="rect">
            <a:avLst/>
          </a:prstGeom>
        </p:spPr>
      </p:pic>
      <p:sp>
        <p:nvSpPr>
          <p:cNvPr id="24" name="Title 3">
            <a:extLst>
              <a:ext uri="{FF2B5EF4-FFF2-40B4-BE49-F238E27FC236}">
                <a16:creationId xmlns:a16="http://schemas.microsoft.com/office/drawing/2014/main" id="{E7F7AE57-C82A-4C24-A4CF-39254591F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145740"/>
            <a:ext cx="10515600" cy="1325563"/>
          </a:xfrm>
        </p:spPr>
        <p:txBody>
          <a:bodyPr/>
          <a:lstStyle/>
          <a:p>
            <a:r>
              <a:rPr lang="en-GB" dirty="0"/>
              <a:t>LLMs application: an example</a:t>
            </a:r>
          </a:p>
        </p:txBody>
      </p:sp>
    </p:spTree>
    <p:extLst>
      <p:ext uri="{BB962C8B-B14F-4D97-AF65-F5344CB8AC3E}">
        <p14:creationId xmlns:p14="http://schemas.microsoft.com/office/powerpoint/2010/main" val="2191087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8" grpId="0"/>
      <p:bldP spid="6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5586c79fbe_0_6"/>
          <p:cNvSpPr txBox="1">
            <a:spLocks noGrp="1"/>
          </p:cNvSpPr>
          <p:nvPr>
            <p:ph type="title"/>
          </p:nvPr>
        </p:nvSpPr>
        <p:spPr>
          <a:xfrm>
            <a:off x="482600" y="145740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Hands-on Examples</a:t>
            </a:r>
            <a:endParaRPr/>
          </a:p>
        </p:txBody>
      </p:sp>
      <p:sp>
        <p:nvSpPr>
          <p:cNvPr id="551" name="Google Shape;551;g35586c79fbe_0_6"/>
          <p:cNvSpPr txBox="1">
            <a:spLocks noGrp="1"/>
          </p:cNvSpPr>
          <p:nvPr>
            <p:ph type="body" idx="1"/>
          </p:nvPr>
        </p:nvSpPr>
        <p:spPr>
          <a:xfrm>
            <a:off x="482600" y="1847849"/>
            <a:ext cx="10515600" cy="3680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Today we will go through this </a:t>
            </a:r>
            <a:r>
              <a:rPr lang="en-US" i="1" dirty="0"/>
              <a:t>AGAIN* </a:t>
            </a:r>
            <a:r>
              <a:rPr lang="en-US" dirty="0"/>
              <a:t>in </a:t>
            </a:r>
            <a:r>
              <a:rPr lang="en-US" b="1" u="sng" dirty="0">
                <a:solidFill>
                  <a:schemeClr val="hlink"/>
                </a:solidFill>
                <a:hlinkClick r:id="rId3"/>
              </a:rPr>
              <a:t>this Google folder</a:t>
            </a:r>
            <a:r>
              <a:rPr lang="en-US" b="1" u="sng" dirty="0">
                <a:solidFill>
                  <a:schemeClr val="hlink"/>
                </a:solidFill>
              </a:rPr>
              <a:t> </a:t>
            </a:r>
            <a:r>
              <a:rPr lang="en-GB" dirty="0"/>
              <a:t>where we will:</a:t>
            </a: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dirty="0"/>
              <a:t>Check the workflow </a:t>
            </a: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dirty="0"/>
              <a:t>Set up all the model architectures,</a:t>
            </a: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dirty="0"/>
              <a:t>Train a model (if we have time)</a:t>
            </a: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dirty="0"/>
              <a:t>Use models for predictions</a:t>
            </a: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dirty="0"/>
              <a:t>Compute some quantities of interest – and do some visualization?</a:t>
            </a:r>
          </a:p>
        </p:txBody>
      </p:sp>
    </p:spTree>
    <p:extLst>
      <p:ext uri="{BB962C8B-B14F-4D97-AF65-F5344CB8AC3E}">
        <p14:creationId xmlns:p14="http://schemas.microsoft.com/office/powerpoint/2010/main" val="23697667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55bcd029af_0_0"/>
          <p:cNvSpPr txBox="1">
            <a:spLocks noGrp="1"/>
          </p:cNvSpPr>
          <p:nvPr>
            <p:ph type="title"/>
          </p:nvPr>
        </p:nvSpPr>
        <p:spPr>
          <a:xfrm>
            <a:off x="838200" y="145740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🐬So long, and thanks for all the fish… 🐟</a:t>
            </a:r>
            <a:endParaRPr sz="3600" dirty="0"/>
          </a:p>
        </p:txBody>
      </p:sp>
      <p:sp>
        <p:nvSpPr>
          <p:cNvPr id="616" name="Google Shape;616;g355bcd029af_0_0"/>
          <p:cNvSpPr txBox="1">
            <a:spLocks noGrp="1"/>
          </p:cNvSpPr>
          <p:nvPr>
            <p:ph type="body" idx="1"/>
          </p:nvPr>
        </p:nvSpPr>
        <p:spPr>
          <a:xfrm>
            <a:off x="482600" y="1847849"/>
            <a:ext cx="10515600" cy="3680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Feel free to contact me at: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📧 </a:t>
            </a:r>
            <a:r>
              <a:rPr lang="en-US" sz="2400" u="sng" dirty="0">
                <a:solidFill>
                  <a:schemeClr val="hlink"/>
                </a:solidFill>
                <a:hlinkClick r:id="rId3"/>
              </a:rPr>
              <a:t>giuseppe.carteny@uni-saarland.de</a:t>
            </a:r>
            <a:endParaRPr sz="2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🦋 </a:t>
            </a:r>
            <a:r>
              <a:rPr lang="en-US" sz="2400" u="sng" dirty="0">
                <a:solidFill>
                  <a:schemeClr val="hlink"/>
                </a:solidFill>
                <a:hlinkClick r:id="rId4"/>
              </a:rPr>
              <a:t>@giucarny.bsky.social</a:t>
            </a:r>
            <a:endParaRPr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_ActEU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1524</Words>
  <Application>Microsoft Office PowerPoint</Application>
  <PresentationFormat>Widescreen</PresentationFormat>
  <Paragraphs>424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4" baseType="lpstr">
      <vt:lpstr>Aleo</vt:lpstr>
      <vt:lpstr>Arial</vt:lpstr>
      <vt:lpstr>Segoe UI</vt:lpstr>
      <vt:lpstr>Lucida Grande</vt:lpstr>
      <vt:lpstr>Wingdings</vt:lpstr>
      <vt:lpstr>Courier New</vt:lpstr>
      <vt:lpstr>Quattrocento Sans</vt:lpstr>
      <vt:lpstr>Merriweather Sans</vt:lpstr>
      <vt:lpstr>Verdana</vt:lpstr>
      <vt:lpstr>Calibri</vt:lpstr>
      <vt:lpstr>Poppins</vt:lpstr>
      <vt:lpstr>Source Sans Pro</vt:lpstr>
      <vt:lpstr>Design_ActEU</vt:lpstr>
      <vt:lpstr>Online Methods Workshop</vt:lpstr>
      <vt:lpstr>G3 Before we move on…</vt:lpstr>
      <vt:lpstr>A map</vt:lpstr>
      <vt:lpstr>Today’s quest</vt:lpstr>
      <vt:lpstr>PowerPoint Presentation</vt:lpstr>
      <vt:lpstr>PowerPoint Presentation</vt:lpstr>
      <vt:lpstr>PowerPoint Presentation</vt:lpstr>
      <vt:lpstr>Destination: Large Language Models </vt:lpstr>
      <vt:lpstr>Destination: Large Language Models </vt:lpstr>
      <vt:lpstr>Destination: Large Language Models </vt:lpstr>
      <vt:lpstr>Destination: Large Language Models </vt:lpstr>
      <vt:lpstr>Destination: Large Language Models </vt:lpstr>
      <vt:lpstr>Destination: Large Language Models </vt:lpstr>
      <vt:lpstr>Destination: Large Language Models </vt:lpstr>
      <vt:lpstr>Destination: Large Language Models </vt:lpstr>
      <vt:lpstr>Destination: Large Language Models </vt:lpstr>
      <vt:lpstr>Annotation: aka, a neverending nightmare </vt:lpstr>
      <vt:lpstr>LLMs application: an example</vt:lpstr>
      <vt:lpstr>LLMs application: an example</vt:lpstr>
      <vt:lpstr>Hands-on Examples</vt:lpstr>
      <vt:lpstr>🐬So long, and thanks for all the fish… 🐟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Methods Workshop</dc:title>
  <dc:creator>DANIEL GAYO AVELLO</dc:creator>
  <cp:lastModifiedBy>Giuseppe Carteny</cp:lastModifiedBy>
  <cp:revision>4</cp:revision>
  <dcterms:created xsi:type="dcterms:W3CDTF">2025-05-05T10:21:31Z</dcterms:created>
  <dcterms:modified xsi:type="dcterms:W3CDTF">2025-09-15T12:32:10Z</dcterms:modified>
</cp:coreProperties>
</file>